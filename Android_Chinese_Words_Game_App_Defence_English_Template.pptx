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  <p:sldMasterId id="2147483866" r:id="rId2"/>
    <p:sldMasterId id="2147483843" r:id="rId3"/>
  </p:sldMasterIdLst>
  <p:notesMasterIdLst>
    <p:notesMasterId r:id="rId20"/>
  </p:notesMasterIdLst>
  <p:handoutMasterIdLst>
    <p:handoutMasterId r:id="rId21"/>
  </p:handoutMasterIdLst>
  <p:sldIdLst>
    <p:sldId id="257" r:id="rId4"/>
    <p:sldId id="325" r:id="rId5"/>
    <p:sldId id="326" r:id="rId6"/>
    <p:sldId id="327" r:id="rId7"/>
    <p:sldId id="330" r:id="rId8"/>
    <p:sldId id="324" r:id="rId9"/>
    <p:sldId id="329" r:id="rId10"/>
    <p:sldId id="328" r:id="rId11"/>
    <p:sldId id="306" r:id="rId12"/>
    <p:sldId id="311" r:id="rId13"/>
  </p:sldIdLst>
  <p:sldSz cx="9144000" cy="5143500" type="screen16x9"/>
  <p:notesSz cx="6858000" cy="9144000"/>
  <p:defaultTextStyle>
    <a:defPPr>
      <a:defRPr lang="en-US"/>
    </a:defPPr>
    <a:lvl1pPr marL="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D0B69D-9948-46F3-B07D-8BF81D90CAFD}">
          <p14:sldIdLst>
            <p14:sldId id="257"/>
            <p14:sldId id="325"/>
            <p14:sldId id="326"/>
            <p14:sldId id="327"/>
            <p14:sldId id="330"/>
            <p14:sldId id="324"/>
            <p14:sldId id="329"/>
            <p14:sldId id="328"/>
            <p14:sldId id="306"/>
            <p14:sldId id="311"/>
            <p14:sldId id="312"/>
            <p14:sldId id="313"/>
            <p14:sldId id="314"/>
            <p14:sldId id="318"/>
          </p14:sldIdLst>
        </p14:section>
        <p14:section name="Untitled Section" id="{BC207CB5-D627-4B15-B03B-ED7A53E19D7E}">
          <p14:sldIdLst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ntal Tucker" initials="CT" lastIdx="1" clrIdx="0">
    <p:extLst>
      <p:ext uri="{19B8F6BF-5375-455C-9EA6-DF929625EA0E}">
        <p15:presenceInfo xmlns:p15="http://schemas.microsoft.com/office/powerpoint/2012/main" userId="S::ylw375@qmul.ac.uk::68e5e39d-b608-4916-a5b9-03a6b998a0a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008C"/>
    <a:srgbClr val="1C3D74"/>
    <a:srgbClr val="2DB8C5"/>
    <a:srgbClr val="73B82B"/>
    <a:srgbClr val="F18500"/>
    <a:srgbClr val="10746A"/>
    <a:srgbClr val="8D3786"/>
    <a:srgbClr val="CDA60C"/>
    <a:srgbClr val="2DB862"/>
    <a:srgbClr val="0096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CE617-4E19-4CDD-B2B6-FB8246469C29}" v="24" dt="2022-06-21T20:52:47.6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588" autoAdjust="0"/>
    <p:restoredTop sz="94695" autoAdjust="0"/>
  </p:normalViewPr>
  <p:slideViewPr>
    <p:cSldViewPr snapToGrid="0" snapToObjects="1">
      <p:cViewPr varScale="1">
        <p:scale>
          <a:sx n="58" d="100"/>
          <a:sy n="58" d="100"/>
        </p:scale>
        <p:origin x="44" y="3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44" d="100"/>
          <a:sy n="44" d="100"/>
        </p:scale>
        <p:origin x="2524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Relationship Id="rId29" Type="http://schemas.openxmlformats.org/officeDocument/2006/relationships/customXml" Target="../customXml/item1.xml"/><Relationship Id="rId30" Type="http://schemas.openxmlformats.org/officeDocument/2006/relationships/customXml" Target="../customXml/item2.xml"/><Relationship Id="rId31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tal Tucker" userId="68e5e39d-b608-4916-a5b9-03a6b998a0aa" providerId="ADAL" clId="{14CCE617-4E19-4CDD-B2B6-FB8246469C29}"/>
    <pc:docChg chg="undo redo custSel addSld delSld modSld modSection">
      <pc:chgData name="Chantal Tucker" userId="68e5e39d-b608-4916-a5b9-03a6b998a0aa" providerId="ADAL" clId="{14CCE617-4E19-4CDD-B2B6-FB8246469C29}" dt="2022-06-21T20:53:23.811" v="2898" actId="122"/>
      <pc:docMkLst>
        <pc:docMk/>
      </pc:docMkLst>
      <pc:sldChg chg="del">
        <pc:chgData name="Chantal Tucker" userId="68e5e39d-b608-4916-a5b9-03a6b998a0aa" providerId="ADAL" clId="{14CCE617-4E19-4CDD-B2B6-FB8246469C29}" dt="2022-06-21T19:18:44.854" v="1" actId="47"/>
        <pc:sldMkLst>
          <pc:docMk/>
          <pc:sldMk cId="1863928317" sldId="256"/>
        </pc:sldMkLst>
      </pc:sldChg>
      <pc:sldChg chg="modSp mod">
        <pc:chgData name="Chantal Tucker" userId="68e5e39d-b608-4916-a5b9-03a6b998a0aa" providerId="ADAL" clId="{14CCE617-4E19-4CDD-B2B6-FB8246469C29}" dt="2022-06-21T19:21:20.214" v="94" actId="1076"/>
        <pc:sldMkLst>
          <pc:docMk/>
          <pc:sldMk cId="2143892285" sldId="257"/>
        </pc:sldMkLst>
        <pc:spChg chg="mod">
          <ac:chgData name="Chantal Tucker" userId="68e5e39d-b608-4916-a5b9-03a6b998a0aa" providerId="ADAL" clId="{14CCE617-4E19-4CDD-B2B6-FB8246469C29}" dt="2022-06-21T19:20:25.572" v="38" actId="14100"/>
          <ac:spMkLst>
            <pc:docMk/>
            <pc:sldMk cId="2143892285" sldId="257"/>
            <ac:spMk id="6" creationId="{00000000-0000-0000-0000-000000000000}"/>
          </ac:spMkLst>
        </pc:spChg>
        <pc:spChg chg="mod">
          <ac:chgData name="Chantal Tucker" userId="68e5e39d-b608-4916-a5b9-03a6b998a0aa" providerId="ADAL" clId="{14CCE617-4E19-4CDD-B2B6-FB8246469C29}" dt="2022-06-21T19:21:20.214" v="94" actId="1076"/>
          <ac:spMkLst>
            <pc:docMk/>
            <pc:sldMk cId="2143892285" sldId="257"/>
            <ac:spMk id="7" creationId="{00000000-0000-0000-0000-000000000000}"/>
          </ac:spMkLst>
        </pc:spChg>
      </pc:sldChg>
      <pc:sldChg chg="del">
        <pc:chgData name="Chantal Tucker" userId="68e5e39d-b608-4916-a5b9-03a6b998a0aa" providerId="ADAL" clId="{14CCE617-4E19-4CDD-B2B6-FB8246469C29}" dt="2022-06-21T19:19:04.336" v="6" actId="47"/>
        <pc:sldMkLst>
          <pc:docMk/>
          <pc:sldMk cId="3331294193" sldId="258"/>
        </pc:sldMkLst>
      </pc:sldChg>
      <pc:sldChg chg="del">
        <pc:chgData name="Chantal Tucker" userId="68e5e39d-b608-4916-a5b9-03a6b998a0aa" providerId="ADAL" clId="{14CCE617-4E19-4CDD-B2B6-FB8246469C29}" dt="2022-06-21T19:18:59.297" v="5" actId="47"/>
        <pc:sldMkLst>
          <pc:docMk/>
          <pc:sldMk cId="157404924" sldId="259"/>
        </pc:sldMkLst>
      </pc:sldChg>
      <pc:sldChg chg="del">
        <pc:chgData name="Chantal Tucker" userId="68e5e39d-b608-4916-a5b9-03a6b998a0aa" providerId="ADAL" clId="{14CCE617-4E19-4CDD-B2B6-FB8246469C29}" dt="2022-06-21T19:18:55.529" v="4" actId="47"/>
        <pc:sldMkLst>
          <pc:docMk/>
          <pc:sldMk cId="2260478679" sldId="260"/>
        </pc:sldMkLst>
      </pc:sldChg>
      <pc:sldChg chg="del">
        <pc:chgData name="Chantal Tucker" userId="68e5e39d-b608-4916-a5b9-03a6b998a0aa" providerId="ADAL" clId="{14CCE617-4E19-4CDD-B2B6-FB8246469C29}" dt="2022-06-21T19:18:54.006" v="3" actId="47"/>
        <pc:sldMkLst>
          <pc:docMk/>
          <pc:sldMk cId="4034396202" sldId="261"/>
        </pc:sldMkLst>
      </pc:sldChg>
      <pc:sldChg chg="del">
        <pc:chgData name="Chantal Tucker" userId="68e5e39d-b608-4916-a5b9-03a6b998a0aa" providerId="ADAL" clId="{14CCE617-4E19-4CDD-B2B6-FB8246469C29}" dt="2022-06-21T19:18:52.515" v="2" actId="47"/>
        <pc:sldMkLst>
          <pc:docMk/>
          <pc:sldMk cId="3094378384" sldId="262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274172994" sldId="267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1489434500" sldId="279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431227005" sldId="281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291671420" sldId="282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305216788" sldId="283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3953222683" sldId="285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1174808830" sldId="286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4181423787" sldId="287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4040085527" sldId="289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402758749" sldId="290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2122486078" sldId="291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2878511715" sldId="298"/>
        </pc:sldMkLst>
      </pc:sldChg>
      <pc:sldChg chg="delSp del mod">
        <pc:chgData name="Chantal Tucker" userId="68e5e39d-b608-4916-a5b9-03a6b998a0aa" providerId="ADAL" clId="{14CCE617-4E19-4CDD-B2B6-FB8246469C29}" dt="2022-06-21T20:21:15.300" v="1573" actId="47"/>
        <pc:sldMkLst>
          <pc:docMk/>
          <pc:sldMk cId="3351570998" sldId="299"/>
        </pc:sldMkLst>
        <pc:spChg chg="del">
          <ac:chgData name="Chantal Tucker" userId="68e5e39d-b608-4916-a5b9-03a6b998a0aa" providerId="ADAL" clId="{14CCE617-4E19-4CDD-B2B6-FB8246469C29}" dt="2022-06-21T19:22:02.548" v="97" actId="21"/>
          <ac:spMkLst>
            <pc:docMk/>
            <pc:sldMk cId="3351570998" sldId="299"/>
            <ac:spMk id="3" creationId="{C97A7916-AD69-44CF-8BA6-1FA33516A9E0}"/>
          </ac:spMkLst>
        </pc:spChg>
        <pc:picChg chg="del">
          <ac:chgData name="Chantal Tucker" userId="68e5e39d-b608-4916-a5b9-03a6b998a0aa" providerId="ADAL" clId="{14CCE617-4E19-4CDD-B2B6-FB8246469C29}" dt="2022-06-21T19:21:53.736" v="96" actId="478"/>
          <ac:picMkLst>
            <pc:docMk/>
            <pc:sldMk cId="3351570998" sldId="299"/>
            <ac:picMk id="6" creationId="{9843D63E-22BB-45D3-B50A-95A1A05AAFC6}"/>
          </ac:picMkLst>
        </pc:picChg>
      </pc:sldChg>
      <pc:sldChg chg="del">
        <pc:chgData name="Chantal Tucker" userId="68e5e39d-b608-4916-a5b9-03a6b998a0aa" providerId="ADAL" clId="{14CCE617-4E19-4CDD-B2B6-FB8246469C29}" dt="2022-06-21T20:21:18.605" v="1574" actId="47"/>
        <pc:sldMkLst>
          <pc:docMk/>
          <pc:sldMk cId="2286344043" sldId="301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326860546" sldId="302"/>
        </pc:sldMkLst>
      </pc:sldChg>
      <pc:sldChg chg="del">
        <pc:chgData name="Chantal Tucker" userId="68e5e39d-b608-4916-a5b9-03a6b998a0aa" providerId="ADAL" clId="{14CCE617-4E19-4CDD-B2B6-FB8246469C29}" dt="2022-06-21T19:18:38.202" v="0" actId="47"/>
        <pc:sldMkLst>
          <pc:docMk/>
          <pc:sldMk cId="69702316" sldId="303"/>
        </pc:sldMkLst>
      </pc:sldChg>
      <pc:sldChg chg="del">
        <pc:chgData name="Chantal Tucker" userId="68e5e39d-b608-4916-a5b9-03a6b998a0aa" providerId="ADAL" clId="{14CCE617-4E19-4CDD-B2B6-FB8246469C29}" dt="2022-06-21T19:21:45.087" v="95" actId="47"/>
        <pc:sldMkLst>
          <pc:docMk/>
          <pc:sldMk cId="1196330511" sldId="304"/>
        </pc:sldMkLst>
      </pc:sldChg>
      <pc:sldChg chg="modSp add mod">
        <pc:chgData name="Chantal Tucker" userId="68e5e39d-b608-4916-a5b9-03a6b998a0aa" providerId="ADAL" clId="{14CCE617-4E19-4CDD-B2B6-FB8246469C29}" dt="2022-06-21T20:52:47.629" v="2894" actId="20577"/>
        <pc:sldMkLst>
          <pc:docMk/>
          <pc:sldMk cId="76368166" sldId="306"/>
        </pc:sldMkLst>
        <pc:spChg chg="mod">
          <ac:chgData name="Chantal Tucker" userId="68e5e39d-b608-4916-a5b9-03a6b998a0aa" providerId="ADAL" clId="{14CCE617-4E19-4CDD-B2B6-FB8246469C29}" dt="2022-06-21T20:52:47.629" v="2894" actId="20577"/>
          <ac:spMkLst>
            <pc:docMk/>
            <pc:sldMk cId="76368166" sldId="306"/>
            <ac:spMk id="3" creationId="{843600BD-45D4-4E3B-AE90-876F31D19A0F}"/>
          </ac:spMkLst>
        </pc:spChg>
      </pc:sldChg>
      <pc:sldChg chg="add del">
        <pc:chgData name="Chantal Tucker" userId="68e5e39d-b608-4916-a5b9-03a6b998a0aa" providerId="ADAL" clId="{14CCE617-4E19-4CDD-B2B6-FB8246469C29}" dt="2022-06-21T20:42:51.994" v="2537" actId="47"/>
        <pc:sldMkLst>
          <pc:docMk/>
          <pc:sldMk cId="1472037462" sldId="310"/>
        </pc:sldMkLst>
      </pc:sldChg>
      <pc:sldChg chg="modSp add mod">
        <pc:chgData name="Chantal Tucker" userId="68e5e39d-b608-4916-a5b9-03a6b998a0aa" providerId="ADAL" clId="{14CCE617-4E19-4CDD-B2B6-FB8246469C29}" dt="2022-06-21T20:53:07.874" v="2895" actId="122"/>
        <pc:sldMkLst>
          <pc:docMk/>
          <pc:sldMk cId="3611639441" sldId="311"/>
        </pc:sldMkLst>
        <pc:spChg chg="mod">
          <ac:chgData name="Chantal Tucker" userId="68e5e39d-b608-4916-a5b9-03a6b998a0aa" providerId="ADAL" clId="{14CCE617-4E19-4CDD-B2B6-FB8246469C29}" dt="2022-06-21T20:53:07.874" v="2895" actId="122"/>
          <ac:spMkLst>
            <pc:docMk/>
            <pc:sldMk cId="3611639441" sldId="311"/>
            <ac:spMk id="2" creationId="{094E8EB0-BF83-4882-B4F4-5882631EFB1B}"/>
          </ac:spMkLst>
        </pc:spChg>
      </pc:sldChg>
      <pc:sldChg chg="modSp add mod">
        <pc:chgData name="Chantal Tucker" userId="68e5e39d-b608-4916-a5b9-03a6b998a0aa" providerId="ADAL" clId="{14CCE617-4E19-4CDD-B2B6-FB8246469C29}" dt="2022-06-21T20:53:12.670" v="2896" actId="122"/>
        <pc:sldMkLst>
          <pc:docMk/>
          <pc:sldMk cId="1891806669" sldId="312"/>
        </pc:sldMkLst>
        <pc:spChg chg="mod">
          <ac:chgData name="Chantal Tucker" userId="68e5e39d-b608-4916-a5b9-03a6b998a0aa" providerId="ADAL" clId="{14CCE617-4E19-4CDD-B2B6-FB8246469C29}" dt="2022-06-21T20:53:12.670" v="2896" actId="122"/>
          <ac:spMkLst>
            <pc:docMk/>
            <pc:sldMk cId="1891806669" sldId="312"/>
            <ac:spMk id="2" creationId="{094E8EB0-BF83-4882-B4F4-5882631EFB1B}"/>
          </ac:spMkLst>
        </pc:spChg>
      </pc:sldChg>
      <pc:sldChg chg="modSp add mod">
        <pc:chgData name="Chantal Tucker" userId="68e5e39d-b608-4916-a5b9-03a6b998a0aa" providerId="ADAL" clId="{14CCE617-4E19-4CDD-B2B6-FB8246469C29}" dt="2022-06-21T20:53:17.649" v="2897" actId="122"/>
        <pc:sldMkLst>
          <pc:docMk/>
          <pc:sldMk cId="4092653358" sldId="313"/>
        </pc:sldMkLst>
        <pc:spChg chg="mod">
          <ac:chgData name="Chantal Tucker" userId="68e5e39d-b608-4916-a5b9-03a6b998a0aa" providerId="ADAL" clId="{14CCE617-4E19-4CDD-B2B6-FB8246469C29}" dt="2022-06-21T20:53:17.649" v="2897" actId="122"/>
          <ac:spMkLst>
            <pc:docMk/>
            <pc:sldMk cId="4092653358" sldId="313"/>
            <ac:spMk id="2" creationId="{094E8EB0-BF83-4882-B4F4-5882631EFB1B}"/>
          </ac:spMkLst>
        </pc:spChg>
      </pc:sldChg>
      <pc:sldChg chg="modSp add mod">
        <pc:chgData name="Chantal Tucker" userId="68e5e39d-b608-4916-a5b9-03a6b998a0aa" providerId="ADAL" clId="{14CCE617-4E19-4CDD-B2B6-FB8246469C29}" dt="2022-06-21T20:53:23.811" v="2898" actId="122"/>
        <pc:sldMkLst>
          <pc:docMk/>
          <pc:sldMk cId="1203177308" sldId="314"/>
        </pc:sldMkLst>
        <pc:spChg chg="mod">
          <ac:chgData name="Chantal Tucker" userId="68e5e39d-b608-4916-a5b9-03a6b998a0aa" providerId="ADAL" clId="{14CCE617-4E19-4CDD-B2B6-FB8246469C29}" dt="2022-06-21T20:53:23.811" v="2898" actId="122"/>
          <ac:spMkLst>
            <pc:docMk/>
            <pc:sldMk cId="1203177308" sldId="314"/>
            <ac:spMk id="2" creationId="{094E8EB0-BF83-4882-B4F4-5882631EFB1B}"/>
          </ac:spMkLst>
        </pc:spChg>
      </pc:sldChg>
      <pc:sldChg chg="modSp mod addCm delCm modNotes">
        <pc:chgData name="Chantal Tucker" userId="68e5e39d-b608-4916-a5b9-03a6b998a0aa" providerId="ADAL" clId="{14CCE617-4E19-4CDD-B2B6-FB8246469C29}" dt="2022-06-21T20:49:09.164" v="2772" actId="255"/>
        <pc:sldMkLst>
          <pc:docMk/>
          <pc:sldMk cId="731262076" sldId="318"/>
        </pc:sldMkLst>
        <pc:spChg chg="mod">
          <ac:chgData name="Chantal Tucker" userId="68e5e39d-b608-4916-a5b9-03a6b998a0aa" providerId="ADAL" clId="{14CCE617-4E19-4CDD-B2B6-FB8246469C29}" dt="2022-06-21T20:48:29.395" v="2748" actId="122"/>
          <ac:spMkLst>
            <pc:docMk/>
            <pc:sldMk cId="731262076" sldId="318"/>
            <ac:spMk id="2" creationId="{094E8EB0-BF83-4882-B4F4-5882631EFB1B}"/>
          </ac:spMkLst>
        </pc:spChg>
        <pc:spChg chg="mod">
          <ac:chgData name="Chantal Tucker" userId="68e5e39d-b608-4916-a5b9-03a6b998a0aa" providerId="ADAL" clId="{14CCE617-4E19-4CDD-B2B6-FB8246469C29}" dt="2022-06-21T20:49:09.164" v="2772" actId="255"/>
          <ac:spMkLst>
            <pc:docMk/>
            <pc:sldMk cId="731262076" sldId="318"/>
            <ac:spMk id="3" creationId="{843600BD-45D4-4E3B-AE90-876F31D19A0F}"/>
          </ac:spMkLst>
        </pc:spChg>
      </pc:sldChg>
      <pc:sldChg chg="delSp modSp add mod">
        <pc:chgData name="Chantal Tucker" userId="68e5e39d-b608-4916-a5b9-03a6b998a0aa" providerId="ADAL" clId="{14CCE617-4E19-4CDD-B2B6-FB8246469C29}" dt="2022-06-21T20:29:21.515" v="1901"/>
        <pc:sldMkLst>
          <pc:docMk/>
          <pc:sldMk cId="374006124" sldId="324"/>
        </pc:sldMkLst>
        <pc:spChg chg="mod">
          <ac:chgData name="Chantal Tucker" userId="68e5e39d-b608-4916-a5b9-03a6b998a0aa" providerId="ADAL" clId="{14CCE617-4E19-4CDD-B2B6-FB8246469C29}" dt="2022-06-21T20:26:01.461" v="1822" actId="122"/>
          <ac:spMkLst>
            <pc:docMk/>
            <pc:sldMk cId="374006124" sldId="324"/>
            <ac:spMk id="2" creationId="{094E8EB0-BF83-4882-B4F4-5882631EFB1B}"/>
          </ac:spMkLst>
        </pc:spChg>
        <pc:spChg chg="mod">
          <ac:chgData name="Chantal Tucker" userId="68e5e39d-b608-4916-a5b9-03a6b998a0aa" providerId="ADAL" clId="{14CCE617-4E19-4CDD-B2B6-FB8246469C29}" dt="2022-06-21T20:29:21.515" v="1901"/>
          <ac:spMkLst>
            <pc:docMk/>
            <pc:sldMk cId="374006124" sldId="324"/>
            <ac:spMk id="3" creationId="{843600BD-45D4-4E3B-AE90-876F31D19A0F}"/>
          </ac:spMkLst>
        </pc:spChg>
        <pc:spChg chg="del">
          <ac:chgData name="Chantal Tucker" userId="68e5e39d-b608-4916-a5b9-03a6b998a0aa" providerId="ADAL" clId="{14CCE617-4E19-4CDD-B2B6-FB8246469C29}" dt="2022-06-21T20:26:20.131" v="1823" actId="478"/>
          <ac:spMkLst>
            <pc:docMk/>
            <pc:sldMk cId="374006124" sldId="324"/>
            <ac:spMk id="4" creationId="{22C2E7C5-1F23-49DC-90E2-87CBD5961E58}"/>
          </ac:spMkLst>
        </pc:spChg>
      </pc:sldChg>
      <pc:sldChg chg="modSp del mod">
        <pc:chgData name="Chantal Tucker" userId="68e5e39d-b608-4916-a5b9-03a6b998a0aa" providerId="ADAL" clId="{14CCE617-4E19-4CDD-B2B6-FB8246469C29}" dt="2022-06-21T20:35:48.234" v="2361" actId="20577"/>
        <pc:sldMkLst>
          <pc:docMk/>
          <pc:sldMk cId="2442947990" sldId="325"/>
        </pc:sldMkLst>
        <pc:spChg chg="mod">
          <ac:chgData name="Chantal Tucker" userId="68e5e39d-b608-4916-a5b9-03a6b998a0aa" providerId="ADAL" clId="{14CCE617-4E19-4CDD-B2B6-FB8246469C29}" dt="2022-06-21T19:37:15.664" v="499" actId="1076"/>
          <ac:spMkLst>
            <pc:docMk/>
            <pc:sldMk cId="2442947990" sldId="325"/>
            <ac:spMk id="2" creationId="{094E8EB0-BF83-4882-B4F4-5882631EFB1B}"/>
          </ac:spMkLst>
        </pc:spChg>
        <pc:spChg chg="mod">
          <ac:chgData name="Chantal Tucker" userId="68e5e39d-b608-4916-a5b9-03a6b998a0aa" providerId="ADAL" clId="{14CCE617-4E19-4CDD-B2B6-FB8246469C29}" dt="2022-06-21T20:35:48.234" v="2361" actId="20577"/>
          <ac:spMkLst>
            <pc:docMk/>
            <pc:sldMk cId="2442947990" sldId="325"/>
            <ac:spMk id="3" creationId="{843600BD-45D4-4E3B-AE90-876F31D19A0F}"/>
          </ac:spMkLst>
        </pc:spChg>
      </pc:sldChg>
      <pc:sldChg chg="modSp add mod">
        <pc:chgData name="Chantal Tucker" userId="68e5e39d-b608-4916-a5b9-03a6b998a0aa" providerId="ADAL" clId="{14CCE617-4E19-4CDD-B2B6-FB8246469C29}" dt="2022-06-21T20:20:42.674" v="1572" actId="20577"/>
        <pc:sldMkLst>
          <pc:docMk/>
          <pc:sldMk cId="4142931078" sldId="326"/>
        </pc:sldMkLst>
        <pc:spChg chg="mod">
          <ac:chgData name="Chantal Tucker" userId="68e5e39d-b608-4916-a5b9-03a6b998a0aa" providerId="ADAL" clId="{14CCE617-4E19-4CDD-B2B6-FB8246469C29}" dt="2022-06-21T20:08:07.641" v="535" actId="20577"/>
          <ac:spMkLst>
            <pc:docMk/>
            <pc:sldMk cId="4142931078" sldId="326"/>
            <ac:spMk id="2" creationId="{094E8EB0-BF83-4882-B4F4-5882631EFB1B}"/>
          </ac:spMkLst>
        </pc:spChg>
        <pc:spChg chg="mod">
          <ac:chgData name="Chantal Tucker" userId="68e5e39d-b608-4916-a5b9-03a6b998a0aa" providerId="ADAL" clId="{14CCE617-4E19-4CDD-B2B6-FB8246469C29}" dt="2022-06-21T20:20:42.674" v="1572" actId="20577"/>
          <ac:spMkLst>
            <pc:docMk/>
            <pc:sldMk cId="4142931078" sldId="326"/>
            <ac:spMk id="3" creationId="{843600BD-45D4-4E3B-AE90-876F31D19A0F}"/>
          </ac:spMkLst>
        </pc:spChg>
      </pc:sldChg>
      <pc:sldChg chg="modSp add mod">
        <pc:chgData name="Chantal Tucker" userId="68e5e39d-b608-4916-a5b9-03a6b998a0aa" providerId="ADAL" clId="{14CCE617-4E19-4CDD-B2B6-FB8246469C29}" dt="2022-06-21T20:37:03.146" v="2406" actId="5793"/>
        <pc:sldMkLst>
          <pc:docMk/>
          <pc:sldMk cId="4103447981" sldId="327"/>
        </pc:sldMkLst>
        <pc:spChg chg="mod">
          <ac:chgData name="Chantal Tucker" userId="68e5e39d-b608-4916-a5b9-03a6b998a0aa" providerId="ADAL" clId="{14CCE617-4E19-4CDD-B2B6-FB8246469C29}" dt="2022-06-21T20:37:03.146" v="2406" actId="5793"/>
          <ac:spMkLst>
            <pc:docMk/>
            <pc:sldMk cId="4103447981" sldId="327"/>
            <ac:spMk id="2" creationId="{094E8EB0-BF83-4882-B4F4-5882631EFB1B}"/>
          </ac:spMkLst>
        </pc:spChg>
        <pc:spChg chg="mod">
          <ac:chgData name="Chantal Tucker" userId="68e5e39d-b608-4916-a5b9-03a6b998a0aa" providerId="ADAL" clId="{14CCE617-4E19-4CDD-B2B6-FB8246469C29}" dt="2022-06-21T20:31:28.098" v="2028" actId="20577"/>
          <ac:spMkLst>
            <pc:docMk/>
            <pc:sldMk cId="4103447981" sldId="327"/>
            <ac:spMk id="3" creationId="{843600BD-45D4-4E3B-AE90-876F31D19A0F}"/>
          </ac:spMkLst>
        </pc:spChg>
      </pc:sldChg>
      <pc:sldChg chg="addSp delSp modSp add mod">
        <pc:chgData name="Chantal Tucker" userId="68e5e39d-b608-4916-a5b9-03a6b998a0aa" providerId="ADAL" clId="{14CCE617-4E19-4CDD-B2B6-FB8246469C29}" dt="2022-06-21T20:40:36.827" v="2534" actId="22"/>
        <pc:sldMkLst>
          <pc:docMk/>
          <pc:sldMk cId="858217739" sldId="328"/>
        </pc:sldMkLst>
        <pc:spChg chg="mod">
          <ac:chgData name="Chantal Tucker" userId="68e5e39d-b608-4916-a5b9-03a6b998a0aa" providerId="ADAL" clId="{14CCE617-4E19-4CDD-B2B6-FB8246469C29}" dt="2022-06-21T20:24:53.876" v="1805" actId="20577"/>
          <ac:spMkLst>
            <pc:docMk/>
            <pc:sldMk cId="858217739" sldId="328"/>
            <ac:spMk id="2" creationId="{094E8EB0-BF83-4882-B4F4-5882631EFB1B}"/>
          </ac:spMkLst>
        </pc:spChg>
        <pc:spChg chg="mod">
          <ac:chgData name="Chantal Tucker" userId="68e5e39d-b608-4916-a5b9-03a6b998a0aa" providerId="ADAL" clId="{14CCE617-4E19-4CDD-B2B6-FB8246469C29}" dt="2022-06-21T20:39:11.574" v="2530" actId="20577"/>
          <ac:spMkLst>
            <pc:docMk/>
            <pc:sldMk cId="858217739" sldId="328"/>
            <ac:spMk id="3" creationId="{843600BD-45D4-4E3B-AE90-876F31D19A0F}"/>
          </ac:spMkLst>
        </pc:spChg>
        <pc:spChg chg="add del">
          <ac:chgData name="Chantal Tucker" userId="68e5e39d-b608-4916-a5b9-03a6b998a0aa" providerId="ADAL" clId="{14CCE617-4E19-4CDD-B2B6-FB8246469C29}" dt="2022-06-21T20:40:30.371" v="2532" actId="22"/>
          <ac:spMkLst>
            <pc:docMk/>
            <pc:sldMk cId="858217739" sldId="328"/>
            <ac:spMk id="5" creationId="{FF513A07-14B7-42FE-B7C3-44ABAE78FE3C}"/>
          </ac:spMkLst>
        </pc:spChg>
        <pc:spChg chg="add del">
          <ac:chgData name="Chantal Tucker" userId="68e5e39d-b608-4916-a5b9-03a6b998a0aa" providerId="ADAL" clId="{14CCE617-4E19-4CDD-B2B6-FB8246469C29}" dt="2022-06-21T20:40:36.827" v="2534" actId="22"/>
          <ac:spMkLst>
            <pc:docMk/>
            <pc:sldMk cId="858217739" sldId="328"/>
            <ac:spMk id="7" creationId="{AC98E5C3-D673-4FE7-A0B5-0FFE8E846187}"/>
          </ac:spMkLst>
        </pc:spChg>
      </pc:sldChg>
      <pc:sldChg chg="modSp add mod">
        <pc:chgData name="Chantal Tucker" userId="68e5e39d-b608-4916-a5b9-03a6b998a0aa" providerId="ADAL" clId="{14CCE617-4E19-4CDD-B2B6-FB8246469C29}" dt="2022-06-21T20:50:22.069" v="2816" actId="255"/>
        <pc:sldMkLst>
          <pc:docMk/>
          <pc:sldMk cId="214287663" sldId="329"/>
        </pc:sldMkLst>
        <pc:spChg chg="mod">
          <ac:chgData name="Chantal Tucker" userId="68e5e39d-b608-4916-a5b9-03a6b998a0aa" providerId="ADAL" clId="{14CCE617-4E19-4CDD-B2B6-FB8246469C29}" dt="2022-06-21T20:29:32.755" v="1902" actId="6549"/>
          <ac:spMkLst>
            <pc:docMk/>
            <pc:sldMk cId="214287663" sldId="329"/>
            <ac:spMk id="2" creationId="{094E8EB0-BF83-4882-B4F4-5882631EFB1B}"/>
          </ac:spMkLst>
        </pc:spChg>
        <pc:spChg chg="mod">
          <ac:chgData name="Chantal Tucker" userId="68e5e39d-b608-4916-a5b9-03a6b998a0aa" providerId="ADAL" clId="{14CCE617-4E19-4CDD-B2B6-FB8246469C29}" dt="2022-06-21T20:50:22.069" v="2816" actId="255"/>
          <ac:spMkLst>
            <pc:docMk/>
            <pc:sldMk cId="214287663" sldId="329"/>
            <ac:spMk id="3" creationId="{843600BD-45D4-4E3B-AE90-876F31D19A0F}"/>
          </ac:spMkLst>
        </pc:spChg>
      </pc:sldChg>
      <pc:sldChg chg="modSp add mod">
        <pc:chgData name="Chantal Tucker" userId="68e5e39d-b608-4916-a5b9-03a6b998a0aa" providerId="ADAL" clId="{14CCE617-4E19-4CDD-B2B6-FB8246469C29}" dt="2022-06-21T20:36:57.072" v="2395" actId="20577"/>
        <pc:sldMkLst>
          <pc:docMk/>
          <pc:sldMk cId="4050194602" sldId="330"/>
        </pc:sldMkLst>
        <pc:spChg chg="mod">
          <ac:chgData name="Chantal Tucker" userId="68e5e39d-b608-4916-a5b9-03a6b998a0aa" providerId="ADAL" clId="{14CCE617-4E19-4CDD-B2B6-FB8246469C29}" dt="2022-06-21T20:36:57.072" v="2395" actId="20577"/>
          <ac:spMkLst>
            <pc:docMk/>
            <pc:sldMk cId="4050194602" sldId="330"/>
            <ac:spMk id="2" creationId="{094E8EB0-BF83-4882-B4F4-5882631EFB1B}"/>
          </ac:spMkLst>
        </pc:spChg>
        <pc:spChg chg="mod">
          <ac:chgData name="Chantal Tucker" userId="68e5e39d-b608-4916-a5b9-03a6b998a0aa" providerId="ADAL" clId="{14CCE617-4E19-4CDD-B2B6-FB8246469C29}" dt="2022-06-21T20:35:01.939" v="2359" actId="20577"/>
          <ac:spMkLst>
            <pc:docMk/>
            <pc:sldMk cId="4050194602" sldId="330"/>
            <ac:spMk id="3" creationId="{843600BD-45D4-4E3B-AE90-876F31D19A0F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>
              <a:defRPr sz="1400" b="0" i="0" u="none" strike="noStrike" kern="1200" spc="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i="0" dirty="0">
                <a:solidFill>
                  <a:srgbClr val="001B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c:rich>
      </c:tx>
      <c:layout>
        <c:manualLayout>
          <c:xMode val="edge"/>
          <c:yMode val="edge"/>
          <c:x val="0.30859996977948773"/>
          <c:y val="1.446726273736742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1400" b="0" i="0" u="none" strike="noStrike" kern="1200" spc="0" baseline="0">
              <a:solidFill>
                <a:srgbClr val="001B7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5009355875836059E-2"/>
          <c:y val="0.13986788302602043"/>
          <c:w val="0.67931177666812181"/>
          <c:h val="0.7602155399221592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CA9-4D25-9A08-E785591F912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CA9-4D25-9A08-E785591F912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CA9-4D25-9A08-E785591F912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CA9-4D25-9A08-E785591F912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CA9-4D25-9A08-E785591F912F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CCA9-4D25-9A08-E785591F912F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CCA9-4D25-9A08-E785591F912F}"/>
              </c:ext>
            </c:extLst>
          </c:dPt>
          <c:cat>
            <c:strRef>
              <c:f>Sheet1!$A$2:$A$8</c:f>
              <c:strCache>
                <c:ptCount val="7"/>
                <c:pt idx="0">
                  <c:v>Lorem ipsum</c:v>
                </c:pt>
                <c:pt idx="1">
                  <c:v>Lorem ipsum</c:v>
                </c:pt>
                <c:pt idx="2">
                  <c:v>Lorem ipsum</c:v>
                </c:pt>
                <c:pt idx="3">
                  <c:v>Lorem ipsum</c:v>
                </c:pt>
                <c:pt idx="4">
                  <c:v>Lorem ipsum</c:v>
                </c:pt>
                <c:pt idx="5">
                  <c:v>Lorem ipsum</c:v>
                </c:pt>
                <c:pt idx="6">
                  <c:v>Lorem ipsum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6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  <c:pt idx="6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CA9-4D25-9A08-E785591F91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4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69977572318967052"/>
          <c:y val="0.1928179891354784"/>
          <c:w val="0.30022436435136202"/>
          <c:h val="0.6528360482908676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rgbClr val="001B71"/>
              </a:solidFill>
              <a:latin typeface="Frutiger 55 Roman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>
              <a:defRPr sz="1400" b="0" i="0" u="none" strike="noStrike" kern="1200" spc="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i="0" dirty="0">
                <a:solidFill>
                  <a:srgbClr val="001B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c:rich>
      </c:tx>
      <c:layout>
        <c:manualLayout>
          <c:xMode val="edge"/>
          <c:yMode val="edge"/>
          <c:x val="0.34416114174553275"/>
          <c:y val="1.40625433274614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1400" b="0" i="0" u="none" strike="noStrike" kern="1200" spc="0" baseline="0">
              <a:solidFill>
                <a:srgbClr val="001B7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7531567990058079E-2"/>
          <c:y val="0.11931885404850991"/>
          <c:w val="0.63197913902634784"/>
          <c:h val="0.65308987739149349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151-495A-8996-44DF7C239E0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151-495A-8996-44DF7C239E0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151-495A-8996-44DF7C239E0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151-495A-8996-44DF7C239E04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151-495A-8996-44DF7C239E04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151-495A-8996-44DF7C239E04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3151-495A-8996-44DF7C239E04}"/>
              </c:ext>
            </c:extLst>
          </c:dPt>
          <c:cat>
            <c:strRef>
              <c:f>Sheet1!$A$2:$A$8</c:f>
              <c:strCache>
                <c:ptCount val="7"/>
                <c:pt idx="0">
                  <c:v>Lorem ipsum</c:v>
                </c:pt>
                <c:pt idx="1">
                  <c:v>Lorem ipsum</c:v>
                </c:pt>
                <c:pt idx="2">
                  <c:v>Lorem ipsum</c:v>
                </c:pt>
                <c:pt idx="3">
                  <c:v>Lorem ipsum</c:v>
                </c:pt>
                <c:pt idx="4">
                  <c:v>Lorem ipsum</c:v>
                </c:pt>
                <c:pt idx="5">
                  <c:v>Lorem ipsum</c:v>
                </c:pt>
                <c:pt idx="6">
                  <c:v>Lorem ipsum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</c:v>
                </c:pt>
                <c:pt idx="1">
                  <c:v>1.5</c:v>
                </c:pt>
                <c:pt idx="2">
                  <c:v>2.5</c:v>
                </c:pt>
                <c:pt idx="3">
                  <c:v>3.5</c:v>
                </c:pt>
                <c:pt idx="4">
                  <c:v>4.5</c:v>
                </c:pt>
                <c:pt idx="5">
                  <c:v>5.5</c:v>
                </c:pt>
                <c:pt idx="6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151-495A-8996-44DF7C239E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53237616"/>
        <c:axId val="774982448"/>
      </c:barChart>
      <c:valAx>
        <c:axId val="7749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1B71"/>
                </a:solidFill>
                <a:latin typeface="Frutiger 55 Roman" pitchFamily="2" charset="0"/>
                <a:ea typeface="+mn-ea"/>
                <a:cs typeface="+mn-cs"/>
              </a:defRPr>
            </a:pPr>
            <a:endParaRPr lang="en-US"/>
          </a:p>
        </c:txPr>
        <c:crossAx val="853237616"/>
        <c:crosses val="autoZero"/>
        <c:crossBetween val="between"/>
      </c:valAx>
      <c:catAx>
        <c:axId val="8532376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635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498244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72056497372130657"/>
          <c:y val="0.23026675851480399"/>
          <c:w val="0.24631125718087762"/>
          <c:h val="0.606979607086511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rgbClr val="001B71"/>
              </a:solidFill>
              <a:latin typeface="Frutiger 55 Roman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>
              <a:defRPr sz="1400" b="0" i="0" u="none" strike="noStrike" kern="1200" spc="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i="0" dirty="0">
                <a:solidFill>
                  <a:srgbClr val="001B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c:rich>
      </c:tx>
      <c:layout>
        <c:manualLayout>
          <c:xMode val="edge"/>
          <c:yMode val="edge"/>
          <c:x val="0.39648043799212601"/>
          <c:y val="1.40624991349348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1400" b="0" i="0" u="none" strike="noStrike" kern="1200" spc="0" baseline="0">
              <a:solidFill>
                <a:srgbClr val="001B7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017085530237922"/>
          <c:y val="0.11931885404850991"/>
          <c:w val="0.59848297447332355"/>
          <c:h val="0.80052066313077841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E79-46EC-ACD0-05064C0E4F1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E79-46EC-ACD0-05064C0E4F1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E79-46EC-ACD0-05064C0E4F1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E79-46EC-ACD0-05064C0E4F1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E79-46EC-ACD0-05064C0E4F15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E79-46EC-ACD0-05064C0E4F15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4E79-46EC-ACD0-05064C0E4F15}"/>
              </c:ext>
            </c:extLst>
          </c:dPt>
          <c:cat>
            <c:strRef>
              <c:f>Sheet1!$A$2:$A$8</c:f>
              <c:strCache>
                <c:ptCount val="7"/>
                <c:pt idx="0">
                  <c:v>Lorem ipsum</c:v>
                </c:pt>
                <c:pt idx="1">
                  <c:v>Lorem ipsum</c:v>
                </c:pt>
                <c:pt idx="2">
                  <c:v>Lorem ipsum</c:v>
                </c:pt>
                <c:pt idx="3">
                  <c:v>Lorem ipsum</c:v>
                </c:pt>
                <c:pt idx="4">
                  <c:v>Lorem ipsum</c:v>
                </c:pt>
                <c:pt idx="5">
                  <c:v>Lorem ipsum</c:v>
                </c:pt>
                <c:pt idx="6">
                  <c:v>Lorem ipsum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E79-46EC-ACD0-05064C0E4F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9"/>
        <c:axId val="853237616"/>
        <c:axId val="774982448"/>
      </c:barChart>
      <c:valAx>
        <c:axId val="7749824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1B71"/>
                </a:solidFill>
                <a:latin typeface="Frutiger 55 Roman" pitchFamily="2" charset="0"/>
                <a:ea typeface="+mn-ea"/>
                <a:cs typeface="+mn-cs"/>
              </a:defRPr>
            </a:pPr>
            <a:endParaRPr lang="en-US"/>
          </a:p>
        </c:txPr>
        <c:crossAx val="853237616"/>
        <c:crosses val="autoZero"/>
        <c:crossBetween val="between"/>
      </c:valAx>
      <c:catAx>
        <c:axId val="8532376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1B71"/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77498244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72396512040726835"/>
          <c:y val="9.6391868962480462E-2"/>
          <c:w val="0.2760348679438433"/>
          <c:h val="0.809237306362179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rgbClr val="001B71"/>
              </a:solidFill>
              <a:latin typeface="Frutiger 55 Roman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664FB5-82AF-48A4-80F1-9AEEE0DF4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F0742E-D5E1-4FF3-A442-958EA2A786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D066F8-4FE9-4315-A56E-3EA256F5907F}" type="datetimeFigureOut">
              <a:rPr lang="en-GB" smtClean="0"/>
              <a:t>21/06/2022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F2F771-FAFF-4FF6-AE5C-96F43E8CB7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B88F3-0CB9-4921-9214-BFA9C4B80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73B9F-E786-4DE9-B054-AF2D3B6423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1152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D6F77-CFCE-A445-8E2C-54D16F9EECCC}" type="datetimeFigureOut">
              <a:rPr lang="en-US" smtClean="0"/>
              <a:t>6/21/2022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942D00-D33B-6747-961F-9152114FB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03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chart" Target="../charts/chart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chart" Target="../charts/chart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chart" Target="../charts/chart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Cover 1">
    <p:bg>
      <p:bgPr>
        <a:solidFill>
          <a:srgbClr val="1C3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401044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gradFill>
          <a:gsLst>
            <a:gs pos="12000">
              <a:srgbClr val="1C3D74"/>
            </a:gs>
            <a:gs pos="100000">
              <a:srgbClr val="2DB8C5"/>
            </a:gs>
          </a:gsLst>
          <a:lin ang="19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280325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gradFill flip="none" rotWithShape="1">
          <a:gsLst>
            <a:gs pos="74000">
              <a:srgbClr val="10746A"/>
            </a:gs>
            <a:gs pos="18000">
              <a:srgbClr val="0096E3">
                <a:lumMod val="90000"/>
                <a:lumOff val="10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3193694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gradFill flip="none" rotWithShape="1">
          <a:gsLst>
            <a:gs pos="0">
              <a:srgbClr val="73B82B">
                <a:lumMod val="88000"/>
                <a:lumOff val="12000"/>
              </a:srgbClr>
            </a:gs>
            <a:gs pos="97312">
              <a:srgbClr val="10746A"/>
            </a:gs>
            <a:gs pos="59000">
              <a:srgbClr val="10746A">
                <a:lumMod val="94000"/>
                <a:lumOff val="6000"/>
              </a:srgbClr>
            </a:gs>
          </a:gsLst>
          <a:lin ang="1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660772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gradFill>
          <a:gsLst>
            <a:gs pos="0">
              <a:srgbClr val="73B82B">
                <a:lumMod val="88000"/>
                <a:lumOff val="12000"/>
              </a:srgbClr>
            </a:gs>
            <a:gs pos="69000">
              <a:srgbClr val="2DB8C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41877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bg>
      <p:bgPr>
        <a:gradFill flip="none" rotWithShape="1">
          <a:gsLst>
            <a:gs pos="85484">
              <a:srgbClr val="8D3786"/>
            </a:gs>
            <a:gs pos="19000">
              <a:srgbClr val="EC008C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055588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bg>
      <p:bgPr>
        <a:gradFill flip="none" rotWithShape="1">
          <a:gsLst>
            <a:gs pos="3226">
              <a:srgbClr val="8D3786"/>
            </a:gs>
            <a:gs pos="35000">
              <a:srgbClr val="8D3786"/>
            </a:gs>
            <a:gs pos="100000">
              <a:srgbClr val="F18500"/>
            </a:gs>
          </a:gsLst>
          <a:lin ang="19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page – </a:t>
            </a:r>
            <a:br>
              <a:rPr lang="en-US" dirty="0"/>
            </a:br>
            <a:r>
              <a:rPr lang="en-US" dirty="0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3086862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9F98BB-2095-434E-97D1-3636B7E756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867209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4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9F98BB-2095-434E-97D1-3636B7E756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4277455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C7A6F9-784D-428C-B9C4-650A70FFC0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0865" y="1311275"/>
            <a:ext cx="4277455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</p:txBody>
      </p:sp>
    </p:spTree>
    <p:extLst>
      <p:ext uri="{BB962C8B-B14F-4D97-AF65-F5344CB8AC3E}">
        <p14:creationId xmlns:p14="http://schemas.microsoft.com/office/powerpoint/2010/main" val="3102203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6C74048-C75E-FD4A-A2F0-C36E16C2A34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79950" y="1311276"/>
            <a:ext cx="4186238" cy="2791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79950" y="4176072"/>
            <a:ext cx="4186238" cy="879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0C9E275-0734-425E-938B-16131D4657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438540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8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6C74048-C75E-FD4A-A2F0-C36E16C2A34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767512" y="1311276"/>
            <a:ext cx="2098675" cy="27737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7512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2840F-CF0A-4B0C-876C-214741C519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6447286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180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9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67512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6D51F31A-86D2-8C4F-A1A9-C88372B37B3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67513" y="1311274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7511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67513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39CEF63-09E5-47AB-B122-292E3DA726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6447286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049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E942392-5A1D-4B43-9FC3-CF83A59FC53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67513" y="1311275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572001" y="1322602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7511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67513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67512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72001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999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999" y="417300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5E523E2-4C7B-424A-8715-BA3BD5E8B9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428856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93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572001" y="1322602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72001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999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999" y="417300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33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767513" y="1322601"/>
            <a:ext cx="2098675" cy="27923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67512" y="417795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16A11E-B4A5-4F26-9049-F166D72D62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428856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923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572001" y="1322602"/>
            <a:ext cx="4305300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999" y="2607606"/>
            <a:ext cx="4305302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72001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999" y="417300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778626" y="2877213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78624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1A76B9A-C73D-41F4-848B-7B422BD254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428856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500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 column text + image +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102847" y="1322601"/>
            <a:ext cx="2763341" cy="27923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2847" y="4177950"/>
            <a:ext cx="2763341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B742EC7-0905-4619-9932-945C15BD9F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44721" y="1311275"/>
            <a:ext cx="285455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 marL="457200" indent="0">
              <a:buFont typeface="Arial" panose="020B0604020202020204" pitchFamily="34" charset="0"/>
              <a:buNone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839734A-FE59-489D-8235-3CE5E3DE21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6595" y="1311275"/>
            <a:ext cx="285455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7197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 column text +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496620" y="1309603"/>
            <a:ext cx="6380681" cy="28083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96620" y="4176072"/>
            <a:ext cx="6380680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7C490C0-3F42-428E-9663-C0315B61F1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12629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9450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hero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87339" y="1322601"/>
            <a:ext cx="8578850" cy="27923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7339" y="4177950"/>
            <a:ext cx="8578850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</p:spTree>
    <p:extLst>
      <p:ext uri="{BB962C8B-B14F-4D97-AF65-F5344CB8AC3E}">
        <p14:creationId xmlns:p14="http://schemas.microsoft.com/office/powerpoint/2010/main" val="34615912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79400" y="250826"/>
            <a:ext cx="8597901" cy="386714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 dirty="0"/>
              <a:t>Drag and drop image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7339" y="4177950"/>
            <a:ext cx="8578850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 dirty="0"/>
              <a:t>Click to edit caption: Arial Regular 10pt</a:t>
            </a:r>
          </a:p>
        </p:txBody>
      </p:sp>
    </p:spTree>
    <p:extLst>
      <p:ext uri="{BB962C8B-B14F-4D97-AF65-F5344CB8AC3E}">
        <p14:creationId xmlns:p14="http://schemas.microsoft.com/office/powerpoint/2010/main" val="24365865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203484" y="1234649"/>
            <a:ext cx="2219675" cy="1349665"/>
            <a:chOff x="1985262" y="1786188"/>
            <a:chExt cx="3594613" cy="25795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470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rgbClr val="2DB8C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5" cy="10321"/>
            </a:xfrm>
            <a:prstGeom prst="line">
              <a:avLst/>
            </a:prstGeom>
            <a:ln w="28575">
              <a:solidFill>
                <a:srgbClr val="2DB8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1"/>
              <a:ext cx="3594613" cy="864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2DB8C5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 dirty="0">
                  <a:solidFill>
                    <a:srgbClr val="2DB8C5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3299430" y="1210655"/>
            <a:ext cx="2156489" cy="1349665"/>
            <a:chOff x="1985262" y="1786188"/>
            <a:chExt cx="3594613" cy="257953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526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rgbClr val="8D37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6" cy="10321"/>
            </a:xfrm>
            <a:prstGeom prst="line">
              <a:avLst/>
            </a:prstGeom>
            <a:ln w="28575">
              <a:solidFill>
                <a:srgbClr val="8D37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8D3786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 dirty="0">
                  <a:solidFill>
                    <a:srgbClr val="8D3786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6395376" y="1210655"/>
            <a:ext cx="2184743" cy="1349665"/>
            <a:chOff x="1985262" y="1786188"/>
            <a:chExt cx="3594613" cy="2579532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526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rgbClr val="10746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4" cy="10321"/>
            </a:xfrm>
            <a:prstGeom prst="line">
              <a:avLst/>
            </a:prstGeom>
            <a:ln w="28575">
              <a:solidFill>
                <a:srgbClr val="1074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10746A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 dirty="0">
                  <a:solidFill>
                    <a:srgbClr val="10746A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1800890" y="2785639"/>
            <a:ext cx="2268189" cy="1349665"/>
            <a:chOff x="1985262" y="1786188"/>
            <a:chExt cx="3594613" cy="2579532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470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rgbClr val="F185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5" cy="10321"/>
            </a:xfrm>
            <a:prstGeom prst="line">
              <a:avLst/>
            </a:prstGeom>
            <a:ln w="28575">
              <a:solidFill>
                <a:srgbClr val="F185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18500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 dirty="0">
                  <a:solidFill>
                    <a:srgbClr val="F18500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4949634" y="2785639"/>
            <a:ext cx="2289366" cy="1349665"/>
            <a:chOff x="1985262" y="1786188"/>
            <a:chExt cx="3594613" cy="2579532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3" cy="1470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 dirty="0">
                  <a:solidFill>
                    <a:srgbClr val="73B8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71937"/>
              <a:ext cx="3407805" cy="10321"/>
            </a:xfrm>
            <a:prstGeom prst="line">
              <a:avLst/>
            </a:prstGeom>
            <a:ln w="28575">
              <a:solidFill>
                <a:srgbClr val="73B8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73B82B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 dirty="0">
                  <a:solidFill>
                    <a:srgbClr val="73B82B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sp>
        <p:nvSpPr>
          <p:cNvPr id="2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11096"/>
            <a:ext cx="8672097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</p:spTree>
    <p:extLst>
      <p:ext uri="{BB962C8B-B14F-4D97-AF65-F5344CB8AC3E}">
        <p14:creationId xmlns:p14="http://schemas.microsoft.com/office/powerpoint/2010/main" val="24768753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348A56A-D03E-7C4E-AE8E-F896E6A5A11B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86463332"/>
              </p:ext>
            </p:extLst>
          </p:nvPr>
        </p:nvGraphicFramePr>
        <p:xfrm>
          <a:off x="2925649" y="1218723"/>
          <a:ext cx="4923808" cy="31491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91CD518-0B4F-4DDD-8245-74B5057E96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29662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8018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DE844C2-66A4-7347-BB76-EF1AA2EFEA8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544693725"/>
              </p:ext>
            </p:extLst>
          </p:nvPr>
        </p:nvGraphicFramePr>
        <p:xfrm>
          <a:off x="3380198" y="1259540"/>
          <a:ext cx="5003514" cy="3295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6BE319-1C15-41CC-A596-E46D2BF7CC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29662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8132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F8E69A5-8A32-3B48-8662-8A79DC2E092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268563056"/>
              </p:ext>
            </p:extLst>
          </p:nvPr>
        </p:nvGraphicFramePr>
        <p:xfrm>
          <a:off x="2586555" y="1209354"/>
          <a:ext cx="5804951" cy="3027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20285F8-6946-46F6-9325-70AD32F1D6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29662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  <a:p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>
              <a:defRPr/>
            </a:pPr>
            <a:r>
              <a:rPr lang="en-US" dirty="0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 dirty="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8262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FD6674-8208-4117-92B8-8BA50FAB180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6213361"/>
              </p:ext>
            </p:extLst>
          </p:nvPr>
        </p:nvGraphicFramePr>
        <p:xfrm>
          <a:off x="287338" y="1689652"/>
          <a:ext cx="7137192" cy="110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532">
                  <a:extLst>
                    <a:ext uri="{9D8B030D-6E8A-4147-A177-3AD203B41FA5}">
                      <a16:colId xmlns:a16="http://schemas.microsoft.com/office/drawing/2014/main" val="3822116847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1796008628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879958063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650332254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035283889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2593290401"/>
                    </a:ext>
                  </a:extLst>
                </a:gridCol>
              </a:tblGrid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+mj-lt"/>
                        </a:rPr>
                        <a:t>XXXXXXXXXXXXX</a:t>
                      </a: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</a:t>
                      </a:r>
                      <a:endParaRPr lang="en-US" sz="800" dirty="0"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180098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255196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887121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9189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85AC98B-3184-4158-8DB1-FD0896BAEA5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48348035"/>
              </p:ext>
            </p:extLst>
          </p:nvPr>
        </p:nvGraphicFramePr>
        <p:xfrm>
          <a:off x="287338" y="3153802"/>
          <a:ext cx="7137192" cy="110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532">
                  <a:extLst>
                    <a:ext uri="{9D8B030D-6E8A-4147-A177-3AD203B41FA5}">
                      <a16:colId xmlns:a16="http://schemas.microsoft.com/office/drawing/2014/main" val="3822116847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1796008628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879958063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650332254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035283889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2593290401"/>
                    </a:ext>
                  </a:extLst>
                </a:gridCol>
              </a:tblGrid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>
                          <a:latin typeface="+mj-lt"/>
                        </a:rPr>
                        <a:t>XXXXXXXXXXXXX</a:t>
                      </a: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</a:t>
                      </a:r>
                      <a:endParaRPr lang="en-US" sz="800" dirty="0"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180098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255196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887121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dirty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91891"/>
                  </a:ext>
                </a:extLst>
              </a:tr>
            </a:tbl>
          </a:graphicData>
        </a:graphic>
      </p:graphicFrame>
      <p:sp>
        <p:nvSpPr>
          <p:cNvPr id="10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slide title (up to 2 lines) – </a:t>
            </a:r>
            <a:br>
              <a:rPr lang="en-US" dirty="0"/>
            </a:br>
            <a:r>
              <a:rPr lang="en-US" dirty="0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ABA65EC-BE67-47F1-855B-E0BFD2EA8C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867209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 dirty="0"/>
              <a:t>Click to edit Master title style – Arial Regular 14pt</a:t>
            </a:r>
          </a:p>
        </p:txBody>
      </p:sp>
    </p:spTree>
    <p:extLst>
      <p:ext uri="{BB962C8B-B14F-4D97-AF65-F5344CB8AC3E}">
        <p14:creationId xmlns:p14="http://schemas.microsoft.com/office/powerpoint/2010/main" val="38335702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_Logo">
    <p:bg>
      <p:bgPr>
        <a:solidFill>
          <a:srgbClr val="1C3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F016AB-50EC-D145-8FEE-4F74E8E3B1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26986" y="3228967"/>
            <a:ext cx="4335556" cy="11588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811C00-D549-464E-ADFA-3C1836754071}"/>
              </a:ext>
            </a:extLst>
          </p:cNvPr>
          <p:cNvSpPr txBox="1"/>
          <p:nvPr userDrawn="1"/>
        </p:nvSpPr>
        <p:spPr>
          <a:xfrm>
            <a:off x="3282511" y="1820461"/>
            <a:ext cx="2770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635927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d slide_Logo">
    <p:bg>
      <p:bgPr>
        <a:solidFill>
          <a:srgbClr val="1C3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F016AB-50EC-D145-8FEE-4F74E8E3B1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26986" y="1954745"/>
            <a:ext cx="4335556" cy="115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6928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19" Type="http://schemas.openxmlformats.org/officeDocument/2006/relationships/image" Target="../media/image2.jpg"/><Relationship Id="rId20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F016AB-50EC-D145-8FEE-4F74E8E3B1D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98188" y="373575"/>
            <a:ext cx="2489200" cy="66531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A670BE8-3C46-EF4F-BC90-6793A5222276}"/>
              </a:ext>
            </a:extLst>
          </p:cNvPr>
          <p:cNvCxnSpPr/>
          <p:nvPr userDrawn="1"/>
        </p:nvCxnSpPr>
        <p:spPr>
          <a:xfrm>
            <a:off x="298188" y="4830791"/>
            <a:ext cx="856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7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50" r:id="rId2"/>
    <p:sldLayoutId id="2147483765" r:id="rId3"/>
    <p:sldLayoutId id="2147483766" r:id="rId4"/>
    <p:sldLayoutId id="2147483767" r:id="rId5"/>
    <p:sldLayoutId id="2147483768" r:id="rId6"/>
    <p:sldLayoutId id="2147483769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58" userDrawn="1">
          <p15:clr>
            <a:srgbClr val="F26B43"/>
          </p15:clr>
        </p15:guide>
        <p15:guide id="3" pos="176" userDrawn="1">
          <p15:clr>
            <a:srgbClr val="F26B43"/>
          </p15:clr>
        </p15:guide>
        <p15:guide id="4" orient="horz" pos="2981" userDrawn="1">
          <p15:clr>
            <a:srgbClr val="F26B43"/>
          </p15:clr>
        </p15:guide>
        <p15:guide id="5" pos="5585" userDrawn="1">
          <p15:clr>
            <a:srgbClr val="F26B43"/>
          </p15:clr>
        </p15:guide>
        <p15:guide id="6" orient="horz" pos="1620" userDrawn="1">
          <p15:clr>
            <a:srgbClr val="F26B43"/>
          </p15:clr>
        </p15:guide>
        <p15:guide id="7" orient="horz" pos="554" userDrawn="1">
          <p15:clr>
            <a:srgbClr val="F26B43"/>
          </p15:clr>
        </p15:guide>
        <p15:guide id="8" orient="horz" pos="690" userDrawn="1">
          <p15:clr>
            <a:srgbClr val="F26B43"/>
          </p15:clr>
        </p15:guide>
        <p15:guide id="9" orient="horz" pos="826" userDrawn="1">
          <p15:clr>
            <a:srgbClr val="F26B43"/>
          </p15:clr>
        </p15:guide>
        <p15:guide id="10" pos="2812" userDrawn="1">
          <p15:clr>
            <a:srgbClr val="F26B43"/>
          </p15:clr>
        </p15:guide>
        <p15:guide id="11" pos="2948" userDrawn="1">
          <p15:clr>
            <a:srgbClr val="F26B43"/>
          </p15:clr>
        </p15:guide>
        <p15:guide id="12" pos="1474" userDrawn="1">
          <p15:clr>
            <a:srgbClr val="F26B43"/>
          </p15:clr>
        </p15:guide>
        <p15:guide id="13" pos="4263" userDrawn="1">
          <p15:clr>
            <a:srgbClr val="F26B43"/>
          </p15:clr>
        </p15:guide>
        <p15:guide id="14" orient="horz" pos="2822" userDrawn="1">
          <p15:clr>
            <a:srgbClr val="F26B43"/>
          </p15:clr>
        </p15:guide>
        <p15:guide id="15" orient="horz" pos="275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3B30F1-BEAB-1D48-98D9-E0838B9BE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/>
          <a:srcRect t="86937"/>
          <a:stretch/>
        </p:blipFill>
        <p:spPr>
          <a:xfrm>
            <a:off x="0" y="4471626"/>
            <a:ext cx="9144000" cy="6718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74CA67-DD21-8043-AD24-58925882A109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298188" y="4539884"/>
            <a:ext cx="1760102" cy="4704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FACAD1-D0A6-9749-A5C6-07C38D8E6F7D}"/>
              </a:ext>
            </a:extLst>
          </p:cNvPr>
          <p:cNvSpPr txBox="1"/>
          <p:nvPr userDrawn="1"/>
        </p:nvSpPr>
        <p:spPr>
          <a:xfrm>
            <a:off x="7926850" y="4846638"/>
            <a:ext cx="93933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A98891B2-5225-5C40-A770-7C3A43B5E5B1}" type="slidenum">
              <a:rPr lang="en-US" sz="9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95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  <p:sldLayoutId id="2147483878" r:id="rId12"/>
    <p:sldLayoutId id="2147483879" r:id="rId13"/>
    <p:sldLayoutId id="2147483880" r:id="rId14"/>
    <p:sldLayoutId id="2147483881" r:id="rId15"/>
    <p:sldLayoutId id="2147483882" r:id="rId16"/>
    <p:sldLayoutId id="214748388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86">
          <p15:clr>
            <a:srgbClr val="F26B43"/>
          </p15:clr>
        </p15:guide>
        <p15:guide id="2" pos="18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4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8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hyperlink" Target="https://dds.qmul.ac.uk/disability/sensusaccess/" TargetMode="External"/><Relationship Id="rId3" Type="http://schemas.openxmlformats.org/officeDocument/2006/relationships/hyperlink" Target="https://dds.qmul.ac.uk/disability/sensusaccess/convert-a-document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hyperlink" Target="https://www.qmul.ac.uk/library/forms/request-a-scan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hyperlink" Target="https://www.cla.co.uk/checkpermissions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hyperlink" Target="https://www.qmul.ac.uk/library/resources--collections/copyright/copyright-and-qmplus/" TargetMode="External"/><Relationship Id="rId3" Type="http://schemas.openxmlformats.org/officeDocument/2006/relationships/hyperlink" Target="https://www.qmul.ac.uk/library/media/library/copyright/Copyright-Notice-2019.pdf" TargetMode="External"/><Relationship Id="rId4" Type="http://schemas.openxmlformats.org/officeDocument/2006/relationships/hyperlink" Target="mailto:library-copyright@qmul.ac.uk" TargetMode="External"/><Relationship Id="rId5" Type="http://schemas.openxmlformats.org/officeDocument/2006/relationships/hyperlink" Target="https://www.cla.co.uk/sites/default/files/HE-User-Guidelines.pdf" TargetMode="External"/><Relationship Id="rId6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hyperlink" Target="https://rl.talis.com/3/worc/lists/FB27F810-DA7C-CC0C-3D41-CFA6D6B26FE3.html?lang=en-GB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820155"/>
          </a:xfrm>
          <a:prstGeom prst="rect">
            <a:avLst/>
          </a:prstGeom>
        </p:spPr>
        <p:txBody>
          <a:bodyPr wrap="square" lIns="76200" rIns="76200" tIns="76200" bIns="76200"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sz="2600" b="1"/>
              <a:t>Android Chinese Words Game App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378018"/>
            <a:ext cx="7870825" cy="1171575"/>
          </a:xfrm>
          <a:prstGeom prst="rect">
            <a:avLst/>
          </a:prstGeom>
        </p:spPr>
        <p:txBody>
          <a:bodyPr wrap="square" lIns="50800" rIns="50800" tIns="50800" bIns="50800"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>
              <a:spcAft>
                <a:spcPts val="800"/>
              </a:spcAft>
            </a:pPr>
            <a:r>
              <a:rPr sz="1600" b="1"/>
              <a:t>Undergraduate Project Defence</a:t>
            </a:r>
          </a:p>
          <a:p>
            <a:pPr algn="l">
              <a:spcAft>
                <a:spcPts val="800"/>
              </a:spcAft>
            </a:pPr>
            <a:r>
              <a:rPr sz="1500" b="1"/>
              <a:t>Design and Implementation of a Gamified Native Android App for Chinese Learning</a:t>
            </a:r>
          </a:p>
          <a:p>
            <a:pPr algn="l">
              <a:spcAft>
                <a:spcPts val="0"/>
              </a:spcAft>
            </a:pPr>
            <a:r>
              <a:rPr sz="1200" b="0"/>
              <a:t>Liu Weiliang | BUPT 2022213200 / QMUL 221166552 | 20 April 2026</a:t>
            </a:r>
          </a:p>
        </p:txBody>
      </p:sp>
    </p:spTree>
    <p:extLst>
      <p:ext uri="{BB962C8B-B14F-4D97-AF65-F5344CB8AC3E}">
        <p14:creationId xmlns:p14="http://schemas.microsoft.com/office/powerpoint/2010/main" val="2143892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E8EB0-BF83-4882-B4F4-5882631EFB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163097"/>
            <a:ext cx="8672097" cy="617079"/>
          </a:xfrm>
        </p:spPr>
        <p:txBody>
          <a:bodyPr wrap="square" lIns="76200" rIns="76200" tIns="76200" bIns="76200"/>
          <a:lstStyle/>
          <a:p>
            <a:pPr algn="l"/>
            <a:r>
              <a:rPr sz="2400" b="1"/>
              <a:t>Background and Motivation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600BD-45D4-4E3B-AE90-876F31D19A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8846" y="780176"/>
            <a:ext cx="8446307" cy="3204907"/>
          </a:xfrm>
        </p:spPr>
        <p:txBody>
          <a:bodyPr wrap="square" lIns="101600" rIns="101600" tIns="101600" bIns="101600"/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Mobile apps make language practice flexible, repeatable, and easy to access in short sessions.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Many Chinese learning apps still focus on content display rather than active, feedback-driven practice.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Beginner learners must connect characters, pinyin, pronunciation, and sentence order at the same time.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This project investigates whether a gamified Android app can make that practice more engaging and sustainable.</a:t>
            </a:r>
          </a:p>
        </p:txBody>
      </p:sp>
    </p:spTree>
    <p:extLst>
      <p:ext uri="{BB962C8B-B14F-4D97-AF65-F5344CB8AC3E}">
        <p14:creationId xmlns:p14="http://schemas.microsoft.com/office/powerpoint/2010/main" val="244294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E8EB0-BF83-4882-B4F4-5882631EFB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262396"/>
            <a:ext cx="8672097" cy="617079"/>
          </a:xfrm>
        </p:spPr>
        <p:txBody>
          <a:bodyPr wrap="square" lIns="76200" rIns="76200" tIns="76200" bIns="76200"/>
          <a:lstStyle/>
          <a:p>
            <a:pPr algn="l"/>
            <a:r>
              <a:rPr sz="2400" b="1"/>
              <a:t>Aim, Objectives and Contributions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600BD-45D4-4E3B-AE90-876F31D19A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3409" y="1073791"/>
            <a:ext cx="8446307" cy="2743512"/>
          </a:xfrm>
        </p:spPr>
        <p:txBody>
          <a:bodyPr wrap="square" lIns="101600" rIns="101600" tIns="101600" bIns="101600"/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Aim: design and implement a native Android app for beginner and intermediate Chinese learners.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Build three mini-games for character recognition, pronunciation practice, and sentence reconstruction.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Support user accounts, difficulty selection, local persistence, score history, and achievements.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Demonstrate a practical route that combines Android UI, SQLite, NLP tools, and speech evaluation in one prototype.</a:t>
            </a:r>
          </a:p>
        </p:txBody>
      </p:sp>
    </p:spTree>
    <p:extLst>
      <p:ext uri="{BB962C8B-B14F-4D97-AF65-F5344CB8AC3E}">
        <p14:creationId xmlns:p14="http://schemas.microsoft.com/office/powerpoint/2010/main" val="4142931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E8EB0-BF83-4882-B4F4-5882631EFB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262396"/>
            <a:ext cx="8672097" cy="617079"/>
          </a:xfrm>
        </p:spPr>
        <p:txBody>
          <a:bodyPr wrap="square" lIns="76200" rIns="76200" tIns="76200" bIns="76200"/>
          <a:lstStyle/>
          <a:p>
            <a:pPr algn="l"/>
            <a:r>
              <a:rPr sz="2400" b="1"/>
              <a:t>System Scope and 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600BD-45D4-4E3B-AE90-876F31D19A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3409" y="1073791"/>
            <a:ext cx="8446307" cy="2743512"/>
          </a:xfrm>
        </p:spPr>
        <p:txBody>
          <a:bodyPr wrap="square" lIns="101600" rIns="101600" tIns="101600" bIns="101600"/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Target users: beginner and intermediate learners who need lightweight mobile practice.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Core functions: login and profile management, game selection, 10-question sessions, records, and achievements.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Non-functional goals: responsive interaction, maintainable structure, and support for local offline data.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Scope excludes a full course platform, cloud sync, and a large-scale commercial deployment.</a:t>
            </a:r>
          </a:p>
        </p:txBody>
      </p:sp>
    </p:spTree>
    <p:extLst>
      <p:ext uri="{BB962C8B-B14F-4D97-AF65-F5344CB8AC3E}">
        <p14:creationId xmlns:p14="http://schemas.microsoft.com/office/powerpoint/2010/main" val="4103447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E8EB0-BF83-4882-B4F4-5882631EFB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262396"/>
            <a:ext cx="8672097" cy="617079"/>
          </a:xfrm>
        </p:spPr>
        <p:txBody>
          <a:bodyPr wrap="square" lIns="76200" rIns="76200" tIns="76200" bIns="76200"/>
          <a:lstStyle/>
          <a:p>
            <a:pPr algn="l"/>
            <a:r>
              <a:rPr sz="2400" b="1"/>
              <a:t>Architecture and Technology Route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600BD-45D4-4E3B-AE90-876F31D19A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3409" y="1073791"/>
            <a:ext cx="8446307" cy="2743512"/>
          </a:xfrm>
        </p:spPr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49129" y="1119511"/>
            <a:ext cx="4063133" cy="411480"/>
          </a:xfrm>
          <a:prstGeom prst="rect">
            <a:avLst/>
          </a:prstGeom>
          <a:noFill/>
        </p:spPr>
        <p:txBody>
          <a:bodyPr wrap="square" lIns="76200" rIns="76200" tIns="76200" bIns="76200">
            <a:spAutoFit/>
          </a:bodyPr>
          <a:lstStyle/>
          <a:p>
            <a:pPr algn="l"/>
            <a:r>
              <a:rPr sz="1800" b="1"/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9129" y="1576711"/>
            <a:ext cx="4063133" cy="224059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/>
              <a:t>Initial Unity/C# planning was replaced by a native Android route better suited to form-based interaction and local storage.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/>
              <a:t>An Activity-based presentation layer handles navigation, gameplay flow, and user interaction.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/>
              <a:t>A shared GameActivity coordinates the three game modes and session logic.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0862" y="1119511"/>
            <a:ext cx="4063133" cy="411480"/>
          </a:xfrm>
          <a:prstGeom prst="rect">
            <a:avLst/>
          </a:prstGeom>
          <a:noFill/>
        </p:spPr>
        <p:txBody>
          <a:bodyPr wrap="square" lIns="76200" rIns="76200" tIns="76200" bIns="76200">
            <a:spAutoFit/>
          </a:bodyPr>
          <a:lstStyle/>
          <a:p>
            <a:pPr algn="l"/>
            <a:r>
              <a:rPr sz="1800" b="1"/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0862" y="1576711"/>
            <a:ext cx="4063133" cy="224059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/>
              <a:t>Java 11 + XML for the Android application layer.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/>
              <a:t>SQLite with DAO and DaoFactory for persistence and data access.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/>
              <a:t>HanLP and pinyin4j for Chinese text processing and pinyin support.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/>
              <a:t>iFlyTek-related speech evaluation modules are used to support pronunciation feedback.</a:t>
            </a:r>
          </a:p>
        </p:txBody>
      </p:sp>
    </p:spTree>
    <p:extLst>
      <p:ext uri="{BB962C8B-B14F-4D97-AF65-F5344CB8AC3E}">
        <p14:creationId xmlns:p14="http://schemas.microsoft.com/office/powerpoint/2010/main" val="4050194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E8EB0-BF83-4882-B4F4-5882631EFB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195284"/>
            <a:ext cx="8672097" cy="617079"/>
          </a:xfrm>
        </p:spPr>
        <p:txBody>
          <a:bodyPr wrap="square" lIns="76200" rIns="76200" tIns="76200" bIns="76200"/>
          <a:lstStyle/>
          <a:p>
            <a:pPr algn="l"/>
            <a:r>
              <a:rPr sz="2400" b="1"/>
              <a:t>Core Learning 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600BD-45D4-4E3B-AE90-876F31D19A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3410" y="864553"/>
            <a:ext cx="7682350" cy="2952750"/>
          </a:xfrm>
        </p:spPr>
        <p:txBody>
          <a:bodyPr wrap="square" lIns="101600" rIns="101600" tIns="101600" bIns="101600"/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Character Matching: learners choose the correct Chinese word from pinyin-guided options.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Pronunciation Quiz: learners speak the target word and receive evaluation-based feedback and scores.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Word Puzzle: learners reorder short sentences or fill blanks in longer ones using segmented sentence data.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Gamification is provided through three difficulty levels, per-session scores, progress records, and achievements.</a:t>
            </a:r>
          </a:p>
        </p:txBody>
      </p:sp>
    </p:spTree>
    <p:extLst>
      <p:ext uri="{BB962C8B-B14F-4D97-AF65-F5344CB8AC3E}">
        <p14:creationId xmlns:p14="http://schemas.microsoft.com/office/powerpoint/2010/main" val="374006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E8EB0-BF83-4882-B4F4-5882631EFB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262396"/>
            <a:ext cx="8672097" cy="617079"/>
          </a:xfrm>
        </p:spPr>
        <p:txBody>
          <a:bodyPr wrap="square" lIns="76200" rIns="76200" tIns="76200" bIns="76200"/>
          <a:lstStyle/>
          <a:p>
            <a:pPr algn="l"/>
            <a:r>
              <a:rPr sz="2400" b="1"/>
              <a:t>Data Model and Local Persistence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600BD-45D4-4E3B-AE90-876F31D19A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3409" y="813732"/>
            <a:ext cx="8446307" cy="3003571"/>
          </a:xfrm>
        </p:spPr>
        <p:txBody>
          <a:bodyPr/>
          <a:lstStyle/>
          <a:p/>
        </p:txBody>
      </p:sp>
      <p:pic>
        <p:nvPicPr>
          <p:cNvPr id="4" name="Picture 3" descr="sqlite_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129" y="859452"/>
            <a:ext cx="2372095" cy="20160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9129" y="2948623"/>
            <a:ext cx="8354867" cy="822960"/>
          </a:xfrm>
          <a:prstGeom prst="rect">
            <a:avLst/>
          </a:prstGeom>
          <a:noFill/>
        </p:spPr>
        <p:txBody>
          <a:bodyPr wrap="square" lIns="76200" rIns="76200" tIns="76200" bIns="76200">
            <a:spAutoFit/>
          </a:bodyPr>
          <a:lstStyle/>
          <a:p>
            <a:pPr algn="l"/>
            <a:r>
              <a:rPr sz="1400" b="0"/>
              <a:t>The current SQLite schema stores users, achievements, game scores, per-question records, sentences, segmented tokens, and dedicated question banks. JSON assets are imported into SQLite so the dataset can be expanded without rewriting the application logic.</a:t>
            </a:r>
          </a:p>
        </p:txBody>
      </p:sp>
    </p:spTree>
    <p:extLst>
      <p:ext uri="{BB962C8B-B14F-4D97-AF65-F5344CB8AC3E}">
        <p14:creationId xmlns:p14="http://schemas.microsoft.com/office/powerpoint/2010/main" val="214287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E8EB0-BF83-4882-B4F4-5882631EFB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262396"/>
            <a:ext cx="8672097" cy="617079"/>
          </a:xfrm>
        </p:spPr>
        <p:txBody>
          <a:bodyPr wrap="square" lIns="76200" rIns="76200" tIns="76200" bIns="76200"/>
          <a:lstStyle/>
          <a:p>
            <a:pPr algn="l"/>
            <a:r>
              <a:rPr sz="2400" b="1"/>
              <a:t>Current Prototype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600BD-45D4-4E3B-AE90-876F31D19A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3409" y="813732"/>
            <a:ext cx="8446307" cy="3003571"/>
          </a:xfrm>
        </p:spPr>
        <p:txBody>
          <a:bodyPr wrap="square" lIns="101600" rIns="101600" tIns="101600" bIns="101600"/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The prototype already supports an end-to-end flow from login to completed game sessions.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All three game branches are implemented with difficulty selection and 10 questions per session.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Scores, detailed question records, user progress, and achievement data are written to the local database.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The JSON-to-SQLite pipeline makes it practical to expand the question bank during later project stages.</a:t>
            </a:r>
          </a:p>
        </p:txBody>
      </p:sp>
    </p:spTree>
    <p:extLst>
      <p:ext uri="{BB962C8B-B14F-4D97-AF65-F5344CB8AC3E}">
        <p14:creationId xmlns:p14="http://schemas.microsoft.com/office/powerpoint/2010/main" val="858217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E8EB0-BF83-4882-B4F4-5882631EFB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195284"/>
            <a:ext cx="8672097" cy="617079"/>
          </a:xfrm>
        </p:spPr>
        <p:txBody>
          <a:bodyPr wrap="square" lIns="76200" rIns="76200" tIns="76200" bIns="76200"/>
          <a:lstStyle/>
          <a:p>
            <a:pPr algn="l"/>
            <a:r>
              <a:rPr sz="2400" b="1"/>
              <a:t>Limitations and Future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600BD-45D4-4E3B-AE90-876F31D19A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3410" y="638978"/>
            <a:ext cx="8653994" cy="3327867"/>
          </a:xfrm>
        </p:spPr>
        <p:txBody>
          <a:bodyPr wrap="square" lIns="101600" rIns="101600" tIns="101600" bIns="101600"/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Speech evaluation quality is still sensitive to device differences, noise conditions, and pronunciation variation.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Systematic usability testing, performance profiling, and broader device validation are not yet complete.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The interface and learning feedback can still be refined for a more polished user experience.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/>
              <a:t>Next steps are to harden the speech module, expand the datasets, and add structured evaluation with users.</a:t>
            </a:r>
          </a:p>
        </p:txBody>
      </p:sp>
    </p:spTree>
    <p:extLst>
      <p:ext uri="{BB962C8B-B14F-4D97-AF65-F5344CB8AC3E}">
        <p14:creationId xmlns:p14="http://schemas.microsoft.com/office/powerpoint/2010/main" val="76368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E8EB0-BF83-4882-B4F4-5882631EFB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6596" y="262396"/>
            <a:ext cx="8672097" cy="617079"/>
          </a:xfrm>
        </p:spPr>
        <p:txBody>
          <a:bodyPr wrap="square" lIns="76200" rIns="76200" tIns="76200" bIns="76200"/>
          <a:lstStyle/>
          <a:p>
            <a:pPr algn="l"/>
            <a:r>
              <a:rPr sz="2400" b="1"/>
              <a:t>Conclusion and Q&amp;A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600BD-45D4-4E3B-AE90-876F31D19A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3410" y="983615"/>
            <a:ext cx="7682350" cy="2952750"/>
          </a:xfrm>
        </p:spPr>
        <p:txBody>
          <a:bodyPr wrap="square" lIns="127000" rIns="127000" tIns="127000" bIns="127000"/>
          <a:lstStyle/>
          <a:p>
            <a:pPr algn="ctr">
              <a:spcAft>
                <a:spcPts val="1200"/>
              </a:spcAft>
            </a:pPr>
            <a:r>
              <a:rPr sz="1800" b="0"/>
              <a:t>The project demonstrates a feasible technical route for a gamified Chinese-learning Android prototype.</a:t>
            </a:r>
          </a:p>
          <a:p>
            <a:pPr algn="ctr">
              <a:spcAft>
                <a:spcPts val="1200"/>
              </a:spcAft>
            </a:pPr>
            <a:r>
              <a:rPr sz="1800" b="0"/>
              <a:t>It integrates vocabulary, pronunciation, and sentence reconstruction in one local system.</a:t>
            </a:r>
          </a:p>
          <a:p>
            <a:pPr algn="ctr">
              <a:spcAft>
                <a:spcPts val="1200"/>
              </a:spcAft>
            </a:pPr>
            <a:r>
              <a:rPr sz="2400" b="1"/>
              <a:t>Thank you for listening.</a:t>
            </a:r>
          </a:p>
          <a:p>
            <a:pPr algn="ctr">
              <a:spcAft>
                <a:spcPts val="1200"/>
              </a:spcAft>
            </a:pPr>
            <a:r>
              <a:rPr sz="2000" b="1"/>
              <a:t>Questions are welcome.</a:t>
            </a:r>
          </a:p>
        </p:txBody>
      </p:sp>
    </p:spTree>
    <p:extLst>
      <p:ext uri="{BB962C8B-B14F-4D97-AF65-F5344CB8AC3E}">
        <p14:creationId xmlns:p14="http://schemas.microsoft.com/office/powerpoint/2010/main" val="3611639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hannel 4 1">
      <a:dk1>
        <a:srgbClr val="000000"/>
      </a:dk1>
      <a:lt1>
        <a:srgbClr val="FFFFFF"/>
      </a:lt1>
      <a:dk2>
        <a:srgbClr val="585858"/>
      </a:dk2>
      <a:lt2>
        <a:srgbClr val="FFFFFF"/>
      </a:lt2>
      <a:accent1>
        <a:srgbClr val="6D2B83"/>
      </a:accent1>
      <a:accent2>
        <a:srgbClr val="D0091D"/>
      </a:accent2>
      <a:accent3>
        <a:srgbClr val="FFD611"/>
      </a:accent3>
      <a:accent4>
        <a:srgbClr val="85B6E2"/>
      </a:accent4>
      <a:accent5>
        <a:srgbClr val="62CBC5"/>
      </a:accent5>
      <a:accent6>
        <a:srgbClr val="7F7878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Queen Mary">
      <a:dk1>
        <a:srgbClr val="21386A"/>
      </a:dk1>
      <a:lt1>
        <a:sysClr val="window" lastClr="FFFFFF"/>
      </a:lt1>
      <a:dk2>
        <a:srgbClr val="21386A"/>
      </a:dk2>
      <a:lt2>
        <a:srgbClr val="D8D8D8"/>
      </a:lt2>
      <a:accent1>
        <a:srgbClr val="123181"/>
      </a:accent1>
      <a:accent2>
        <a:srgbClr val="792273"/>
      </a:accent2>
      <a:accent3>
        <a:srgbClr val="2DB8C5"/>
      </a:accent3>
      <a:accent4>
        <a:srgbClr val="CDA60C"/>
      </a:accent4>
      <a:accent5>
        <a:srgbClr val="BD1C1C"/>
      </a:accent5>
      <a:accent6>
        <a:srgbClr val="73B82B"/>
      </a:accent6>
      <a:hlink>
        <a:srgbClr val="E6007E"/>
      </a:hlink>
      <a:folHlink>
        <a:srgbClr val="2DB8C5"/>
      </a:folHlink>
    </a:clrScheme>
    <a:fontScheme name="Queen Mar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QMUL Document" ma:contentTypeID="0x0101005EA864BF41DF8A41860E925F5B29BCF50094A7373CA6456D429183387012EA1D40" ma:contentTypeVersion="37" ma:contentTypeDescription="" ma:contentTypeScope="" ma:versionID="7fb4f2c95027bb3d324103db6c003302">
  <xsd:schema xmlns:xsd="http://www.w3.org/2001/XMLSchema" xmlns:xs="http://www.w3.org/2001/XMLSchema" xmlns:p="http://schemas.microsoft.com/office/2006/metadata/properties" xmlns:ns1="http://schemas.microsoft.com/sharepoint/v3" xmlns:ns2="d5efd484-15aa-41a0-83f6-0646502cb6d6" xmlns:ns3="45ae7f3d-bcd0-4e4b-af93-f03a9fbb19b5" xmlns:ns4="6649982f-b66b-4072-8006-4697fed55f9d" targetNamespace="http://schemas.microsoft.com/office/2006/metadata/properties" ma:root="true" ma:fieldsID="861fdbab753eeb4c6442fa8e72cde28f" ns1:_="" ns2:_="" ns3:_="" ns4:_="">
    <xsd:import namespace="http://schemas.microsoft.com/sharepoint/v3"/>
    <xsd:import namespace="d5efd484-15aa-41a0-83f6-0646502cb6d6"/>
    <xsd:import namespace="45ae7f3d-bcd0-4e4b-af93-f03a9fbb19b5"/>
    <xsd:import namespace="6649982f-b66b-4072-8006-4697fed55f9d"/>
    <xsd:element name="properties">
      <xsd:complexType>
        <xsd:sequence>
          <xsd:element name="documentManagement">
            <xsd:complexType>
              <xsd:all>
                <xsd:element ref="ns1:QMULDocumentStatusTaxHTField0" minOccurs="0"/>
                <xsd:element ref="ns1:QMULDepartmentTaxHTField0" minOccurs="0"/>
                <xsd:element ref="ns1:QMULSchoolTaxHTField0" minOccurs="0"/>
                <xsd:element ref="ns1:QMULDocumentTypeTaxHTField0" minOccurs="0"/>
                <xsd:element ref="ns1:QMULLocationTaxHTField0" minOccurs="0"/>
                <xsd:element ref="ns1:QMULInformationClassificationTaxHTField0" minOccurs="0"/>
                <xsd:element ref="ns1:QMULAcademicYear" minOccurs="0"/>
                <xsd:element ref="ns1:QMULProject" minOccurs="0"/>
                <xsd:element ref="ns1:QMULReviewDate" minOccurs="0"/>
                <xsd:element ref="ns1:QMULOwner" minOccurs="0"/>
                <xsd:element ref="ns2:TaxKeywordTaxHTField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4:SharedWithUsers" minOccurs="0"/>
                <xsd:element ref="ns4:SharedWithDetails" minOccurs="0"/>
                <xsd:element ref="ns3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QMULDocumentStatusTaxHTField0" ma:index="8" nillable="true" ma:taxonomy="true" ma:internalName="QMULDocumentStatusTaxHTField0" ma:taxonomyFieldName="QMULDocumentStatus" ma:displayName="Document Status" ma:default="" ma:fieldId="{083bdfb7-9f4e-4bc9-b582-62ed6b950f9e}" ma:sspId="9c18f9b8-5ae4-4f0b-a238-a922c51e2dda" ma:termSetId="780aba48-6c17-4ca0-84b9-f0207a09563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QMULDepartmentTaxHTField0" ma:index="10" nillable="true" ma:taxonomy="true" ma:internalName="QMULDepartmentTaxHTField0" ma:taxonomyFieldName="QMULDepartment" ma:displayName="Department" ma:readOnly="false" ma:default="" ma:fieldId="{2a7d89f9-5f8e-4c42-ab4f-aa1fc3002ea0}" ma:sspId="9c18f9b8-5ae4-4f0b-a238-a922c51e2dda" ma:termSetId="28874c57-2df5-45e8-a804-d15afc96d4e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QMULSchoolTaxHTField0" ma:index="12" nillable="true" ma:taxonomy="true" ma:internalName="QMULSchoolTaxHTField0" ma:taxonomyFieldName="QMULSchool" ma:displayName="School" ma:readOnly="false" ma:default="" ma:fieldId="{46346f8e-3161-4021-8b14-3dcca2e3ca8d}" ma:sspId="9c18f9b8-5ae4-4f0b-a238-a922c51e2dda" ma:termSetId="0f9f7e9f-7d6b-4cae-9193-a3e3200f87d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QMULDocumentTypeTaxHTField0" ma:index="14" nillable="true" ma:taxonomy="true" ma:internalName="QMULDocumentTypeTaxHTField0" ma:taxonomyFieldName="QMULDocumentType" ma:displayName="Document Type" ma:default="" ma:fieldId="{2596c3af-0d77-4ea4-a15d-d3f71457b096}" ma:sspId="9c18f9b8-5ae4-4f0b-a238-a922c51e2dda" ma:termSetId="8ec3f1bd-c4f8-46a7-ae88-878ed3be39d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QMULLocationTaxHTField0" ma:index="16" nillable="true" ma:taxonomy="true" ma:internalName="QMULLocationTaxHTField0" ma:taxonomyFieldName="QMULLocation" ma:displayName="Location" ma:default="" ma:fieldId="{29b985f4-a05e-4f39-b5da-e9fb81ddaa79}" ma:sspId="9c18f9b8-5ae4-4f0b-a238-a922c51e2dda" ma:termSetId="5327f1c4-618f-4317-b197-fc29da39fa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QMULInformationClassificationTaxHTField0" ma:index="18" nillable="true" ma:taxonomy="true" ma:internalName="QMULInformationClassificationTaxHTField0" ma:taxonomyFieldName="QMULInformationClassification" ma:displayName="Information Classification" ma:default="1;#Protect|9124d8d9-0c1c-41e9-aa14-aba001e9a028" ma:fieldId="{57b3469a-2ea1-4a06-a2d1-c99ce62a5d6f}" ma:sspId="9c18f9b8-5ae4-4f0b-a238-a922c51e2dda" ma:termSetId="a3d7b326-4e5e-4e73-95fa-6245adfab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QMULAcademicYear" ma:index="20" nillable="true" ma:displayName="Academic Year" ma:decimals="0" ma:internalName="QMULAcademicYear" ma:percentage="FALSE">
      <xsd:simpleType>
        <xsd:restriction base="dms:Number">
          <xsd:maxInclusive value="9999"/>
          <xsd:minInclusive value="1000"/>
        </xsd:restriction>
      </xsd:simpleType>
    </xsd:element>
    <xsd:element name="QMULProject" ma:index="21" nillable="true" ma:displayName="Project" ma:internalName="QMULProject">
      <xsd:simpleType>
        <xsd:restriction base="dms:Text">
          <xsd:maxLength value="255"/>
        </xsd:restriction>
      </xsd:simpleType>
    </xsd:element>
    <xsd:element name="QMULReviewDate" ma:index="22" nillable="true" ma:displayName="Review Date" ma:format="DateOnly" ma:internalName="QMULReviewDate">
      <xsd:simpleType>
        <xsd:restriction base="dms:DateTime"/>
      </xsd:simpleType>
    </xsd:element>
    <xsd:element name="QMULOwner" ma:index="23" nillable="true" ma:displayName="Owner" ma:list="UserInfo" ma:SharePointGroup="0" ma:internalName="QMUL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efd484-15aa-41a0-83f6-0646502cb6d6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24" nillable="true" ma:taxonomy="true" ma:internalName="TaxKeywordTaxHTField" ma:taxonomyFieldName="TaxKeyword" ma:displayName="Enterprise Keywords" ma:fieldId="{23f27201-bee3-471e-b2e7-b64fd8b7ca38}" ma:taxonomyMulti="true" ma:sspId="9c18f9b8-5ae4-4f0b-a238-a922c51e2dda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26" nillable="true" ma:displayName="Taxonomy Catch All Column" ma:hidden="true" ma:list="{1f6a6b9b-da54-415f-937e-8ec3b13cefdb}" ma:internalName="TaxCatchAll" ma:showField="CatchAllData" ma:web="6649982f-b66b-4072-8006-4697fed55f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27" nillable="true" ma:displayName="Taxonomy Catch All Column1" ma:hidden="true" ma:list="{1f6a6b9b-da54-415f-937e-8ec3b13cefdb}" ma:internalName="TaxCatchAllLabel" ma:readOnly="true" ma:showField="CatchAllDataLabel" ma:web="6649982f-b66b-4072-8006-4697fed55f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ae7f3d-bcd0-4e4b-af93-f03a9fbb19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3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31" nillable="true" ma:displayName="Tags" ma:internalName="MediaServiceAutoTags" ma:readOnly="true">
      <xsd:simpleType>
        <xsd:restriction base="dms:Text"/>
      </xsd:simpleType>
    </xsd:element>
    <xsd:element name="MediaServiceOCR" ma:index="3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3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3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41" nillable="true" ma:taxonomy="true" ma:internalName="lcf76f155ced4ddcb4097134ff3c332f" ma:taxonomyFieldName="MediaServiceImageTags" ma:displayName="Image Tags" ma:readOnly="false" ma:fieldId="{5cf76f15-5ced-4ddc-b409-7134ff3c332f}" ma:taxonomyMulti="true" ma:sspId="9c18f9b8-5ae4-4f0b-a238-a922c51e2d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49982f-b66b-4072-8006-4697fed55f9d" elementFormDefault="qualified">
    <xsd:import namespace="http://schemas.microsoft.com/office/2006/documentManagement/types"/>
    <xsd:import namespace="http://schemas.microsoft.com/office/infopath/2007/PartnerControls"/>
    <xsd:element name="SharedWithUsers" ma:index="3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9c18f9b8-5ae4-4f0b-a238-a922c51e2dda" ContentTypeId="0x0101005EA864BF41DF8A41860E925F5B29BCF5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F88211-CC1C-4F88-863B-51933ACF2E8E}"/>
</file>

<file path=customXml/itemProps2.xml><?xml version="1.0" encoding="utf-8"?>
<ds:datastoreItem xmlns:ds="http://schemas.openxmlformats.org/officeDocument/2006/customXml" ds:itemID="{BF63176E-1483-4C15-BD4B-1EE4D79BE256}"/>
</file>

<file path=customXml/itemProps3.xml><?xml version="1.0" encoding="utf-8"?>
<ds:datastoreItem xmlns:ds="http://schemas.openxmlformats.org/officeDocument/2006/customXml" ds:itemID="{88D383BC-4600-4FB3-BB1E-D462881A88AC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878</Words>
  <Application>Microsoft Office PowerPoint</Application>
  <PresentationFormat>On-screen Show (16:9)</PresentationFormat>
  <Paragraphs>86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4 Text</vt:lpstr>
      <vt:lpstr>Arial</vt:lpstr>
      <vt:lpstr>Calibri</vt:lpstr>
      <vt:lpstr>Channel 4 Chadwick</vt:lpstr>
      <vt:lpstr>Office Theme</vt:lpstr>
      <vt:lpstr>1_Custom Design</vt:lpstr>
      <vt:lpstr>2_Custom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J</dc:creator>
  <cp:lastModifiedBy>Chantal Tucker</cp:lastModifiedBy>
  <cp:revision>87</cp:revision>
  <dcterms:created xsi:type="dcterms:W3CDTF">2020-06-18T12:08:25Z</dcterms:created>
  <dcterms:modified xsi:type="dcterms:W3CDTF">2022-06-21T20:53:26Z</dcterms:modified>
</cp:coreProperties>
</file>