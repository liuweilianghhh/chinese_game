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3" r:id="rId4"/>
    <p:sldMasterId id="2147483866" r:id="rId5"/>
    <p:sldMasterId id="2147483843" r:id="rId6"/>
  </p:sldMasterIdLst>
  <p:notesMasterIdLst>
    <p:notesMasterId r:id="rId17"/>
  </p:notesMasterIdLst>
  <p:handoutMasterIdLst>
    <p:handoutMasterId r:id="rId18"/>
  </p:handoutMasterIdLst>
  <p:sldIdLst>
    <p:sldId id="257" r:id="rId7"/>
    <p:sldId id="325" r:id="rId8"/>
    <p:sldId id="326" r:id="rId9"/>
    <p:sldId id="327" r:id="rId10"/>
    <p:sldId id="330" r:id="rId11"/>
    <p:sldId id="324" r:id="rId12"/>
    <p:sldId id="329" r:id="rId13"/>
    <p:sldId id="328" r:id="rId14"/>
    <p:sldId id="306" r:id="rId15"/>
    <p:sldId id="311" r:id="rId16"/>
  </p:sldIdLst>
  <p:sldSz cx="9144000" cy="5143500" type="screen16x9"/>
  <p:notesSz cx="6858000" cy="9144000"/>
  <p:defaultTextStyle>
    <a:defPPr>
      <a:defRPr lang="en-US"/>
    </a:defPPr>
    <a:lvl1pPr marL="0" algn="l" defTabSz="685783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1pPr>
    <a:lvl2pPr marL="342892" algn="l" defTabSz="685783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2pPr>
    <a:lvl3pPr marL="685783" algn="l" defTabSz="685783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3pPr>
    <a:lvl4pPr marL="1028675" algn="l" defTabSz="685783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4pPr>
    <a:lvl5pPr marL="1371566" algn="l" defTabSz="685783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5pPr>
    <a:lvl6pPr marL="1714457" algn="l" defTabSz="685783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6pPr>
    <a:lvl7pPr marL="2057348" algn="l" defTabSz="685783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7pPr>
    <a:lvl8pPr marL="2400240" algn="l" defTabSz="685783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8pPr>
    <a:lvl9pPr marL="2743132" algn="l" defTabSz="685783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7DD0B69D-9948-46F3-B07D-8BF81D90CAFD}">
          <p14:sldIdLst>
            <p14:sldId id="257"/>
            <p14:sldId id="325"/>
            <p14:sldId id="326"/>
            <p14:sldId id="327"/>
            <p14:sldId id="330"/>
            <p14:sldId id="324"/>
            <p14:sldId id="329"/>
            <p14:sldId id="328"/>
            <p14:sldId id="306"/>
            <p14:sldId id="311"/>
          </p14:sldIdLst>
        </p14:section>
        <p14:section name="Untitled Section" id="{BC207CB5-D627-4B15-B03B-ED7A53E19D7E}">
          <p14:sldIdLst/>
        </p14:section>
      </p14:sectionLst>
    </p:ex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Chantal Tucker" initials="CT" lastIdx="1" clrIdx="0">
    <p:extLst>
      <p:ext uri="{19B8F6BF-5375-455C-9EA6-DF929625EA0E}">
        <p15:presenceInfo xmlns:p15="http://schemas.microsoft.com/office/powerpoint/2012/main" userId="S::ylw375@qmul.ac.uk::68e5e39d-b608-4916-a5b9-03a6b998a0aa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C008C"/>
    <a:srgbClr val="1C3D74"/>
    <a:srgbClr val="2DB8C5"/>
    <a:srgbClr val="73B82B"/>
    <a:srgbClr val="F18500"/>
    <a:srgbClr val="10746A"/>
    <a:srgbClr val="8D3786"/>
    <a:srgbClr val="CDA60C"/>
    <a:srgbClr val="2DB862"/>
    <a:srgbClr val="0096E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4CCE617-4E19-4CDD-B2B6-FB8246469C29}" v="24" dt="2022-06-21T20:52:47.62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34588" autoAdjust="0"/>
    <p:restoredTop sz="94695" autoAdjust="0"/>
  </p:normalViewPr>
  <p:slideViewPr>
    <p:cSldViewPr snapToGrid="0" snapToObjects="1">
      <p:cViewPr varScale="1">
        <p:scale>
          <a:sx n="108" d="100"/>
          <a:sy n="108" d="100"/>
        </p:scale>
        <p:origin x="106" y="106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 snapToObjects="1">
      <p:cViewPr varScale="1">
        <p:scale>
          <a:sx n="44" d="100"/>
          <a:sy n="44" d="100"/>
        </p:scale>
        <p:origin x="2524" y="4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2.xml"/><Relationship Id="rId13" Type="http://schemas.openxmlformats.org/officeDocument/2006/relationships/slide" Target="slides/slide7.xml"/><Relationship Id="rId18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1.xml"/><Relationship Id="rId12" Type="http://schemas.openxmlformats.org/officeDocument/2006/relationships/slide" Target="slides/slide6.xml"/><Relationship Id="rId17" Type="http://schemas.openxmlformats.org/officeDocument/2006/relationships/notesMaster" Target="notesMasters/notesMaster1.xml"/><Relationship Id="rId25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openxmlformats.org/officeDocument/2006/relationships/slide" Target="slides/slide10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5.xml"/><Relationship Id="rId24" Type="http://schemas.microsoft.com/office/2016/11/relationships/changesInfo" Target="changesInfos/changesInfo1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9.xml"/><Relationship Id="rId23" Type="http://schemas.openxmlformats.org/officeDocument/2006/relationships/tableStyles" Target="tableStyles.xml"/><Relationship Id="rId10" Type="http://schemas.openxmlformats.org/officeDocument/2006/relationships/slide" Target="slides/slide4.xml"/><Relationship Id="rId19" Type="http://schemas.openxmlformats.org/officeDocument/2006/relationships/commentAuthors" Target="commentAuthor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4" Type="http://schemas.openxmlformats.org/officeDocument/2006/relationships/slide" Target="slides/slide8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hantal Tucker" userId="68e5e39d-b608-4916-a5b9-03a6b998a0aa" providerId="ADAL" clId="{14CCE617-4E19-4CDD-B2B6-FB8246469C29}"/>
    <pc:docChg chg="undo redo custSel addSld delSld modSld modSection">
      <pc:chgData name="Chantal Tucker" userId="68e5e39d-b608-4916-a5b9-03a6b998a0aa" providerId="ADAL" clId="{14CCE617-4E19-4CDD-B2B6-FB8246469C29}" dt="2022-06-21T20:53:23.811" v="2898" actId="122"/>
      <pc:docMkLst>
        <pc:docMk/>
      </pc:docMkLst>
      <pc:sldChg chg="del">
        <pc:chgData name="Chantal Tucker" userId="68e5e39d-b608-4916-a5b9-03a6b998a0aa" providerId="ADAL" clId="{14CCE617-4E19-4CDD-B2B6-FB8246469C29}" dt="2022-06-21T19:18:44.854" v="1" actId="47"/>
        <pc:sldMkLst>
          <pc:docMk/>
          <pc:sldMk cId="1863928317" sldId="256"/>
        </pc:sldMkLst>
      </pc:sldChg>
      <pc:sldChg chg="modSp mod">
        <pc:chgData name="Chantal Tucker" userId="68e5e39d-b608-4916-a5b9-03a6b998a0aa" providerId="ADAL" clId="{14CCE617-4E19-4CDD-B2B6-FB8246469C29}" dt="2022-06-21T19:21:20.214" v="94" actId="1076"/>
        <pc:sldMkLst>
          <pc:docMk/>
          <pc:sldMk cId="2143892285" sldId="257"/>
        </pc:sldMkLst>
        <pc:spChg chg="mod">
          <ac:chgData name="Chantal Tucker" userId="68e5e39d-b608-4916-a5b9-03a6b998a0aa" providerId="ADAL" clId="{14CCE617-4E19-4CDD-B2B6-FB8246469C29}" dt="2022-06-21T19:20:25.572" v="38" actId="14100"/>
          <ac:spMkLst>
            <pc:docMk/>
            <pc:sldMk cId="2143892285" sldId="257"/>
            <ac:spMk id="6" creationId="{00000000-0000-0000-0000-000000000000}"/>
          </ac:spMkLst>
        </pc:spChg>
        <pc:spChg chg="mod">
          <ac:chgData name="Chantal Tucker" userId="68e5e39d-b608-4916-a5b9-03a6b998a0aa" providerId="ADAL" clId="{14CCE617-4E19-4CDD-B2B6-FB8246469C29}" dt="2022-06-21T19:21:20.214" v="94" actId="1076"/>
          <ac:spMkLst>
            <pc:docMk/>
            <pc:sldMk cId="2143892285" sldId="257"/>
            <ac:spMk id="7" creationId="{00000000-0000-0000-0000-000000000000}"/>
          </ac:spMkLst>
        </pc:spChg>
      </pc:sldChg>
      <pc:sldChg chg="del">
        <pc:chgData name="Chantal Tucker" userId="68e5e39d-b608-4916-a5b9-03a6b998a0aa" providerId="ADAL" clId="{14CCE617-4E19-4CDD-B2B6-FB8246469C29}" dt="2022-06-21T19:19:04.336" v="6" actId="47"/>
        <pc:sldMkLst>
          <pc:docMk/>
          <pc:sldMk cId="3331294193" sldId="258"/>
        </pc:sldMkLst>
      </pc:sldChg>
      <pc:sldChg chg="del">
        <pc:chgData name="Chantal Tucker" userId="68e5e39d-b608-4916-a5b9-03a6b998a0aa" providerId="ADAL" clId="{14CCE617-4E19-4CDD-B2B6-FB8246469C29}" dt="2022-06-21T19:18:59.297" v="5" actId="47"/>
        <pc:sldMkLst>
          <pc:docMk/>
          <pc:sldMk cId="157404924" sldId="259"/>
        </pc:sldMkLst>
      </pc:sldChg>
      <pc:sldChg chg="del">
        <pc:chgData name="Chantal Tucker" userId="68e5e39d-b608-4916-a5b9-03a6b998a0aa" providerId="ADAL" clId="{14CCE617-4E19-4CDD-B2B6-FB8246469C29}" dt="2022-06-21T19:18:55.529" v="4" actId="47"/>
        <pc:sldMkLst>
          <pc:docMk/>
          <pc:sldMk cId="2260478679" sldId="260"/>
        </pc:sldMkLst>
      </pc:sldChg>
      <pc:sldChg chg="del">
        <pc:chgData name="Chantal Tucker" userId="68e5e39d-b608-4916-a5b9-03a6b998a0aa" providerId="ADAL" clId="{14CCE617-4E19-4CDD-B2B6-FB8246469C29}" dt="2022-06-21T19:18:54.006" v="3" actId="47"/>
        <pc:sldMkLst>
          <pc:docMk/>
          <pc:sldMk cId="4034396202" sldId="261"/>
        </pc:sldMkLst>
      </pc:sldChg>
      <pc:sldChg chg="del">
        <pc:chgData name="Chantal Tucker" userId="68e5e39d-b608-4916-a5b9-03a6b998a0aa" providerId="ADAL" clId="{14CCE617-4E19-4CDD-B2B6-FB8246469C29}" dt="2022-06-21T19:18:52.515" v="2" actId="47"/>
        <pc:sldMkLst>
          <pc:docMk/>
          <pc:sldMk cId="3094378384" sldId="262"/>
        </pc:sldMkLst>
      </pc:sldChg>
      <pc:sldChg chg="del">
        <pc:chgData name="Chantal Tucker" userId="68e5e39d-b608-4916-a5b9-03a6b998a0aa" providerId="ADAL" clId="{14CCE617-4E19-4CDD-B2B6-FB8246469C29}" dt="2022-06-21T19:21:45.087" v="95" actId="47"/>
        <pc:sldMkLst>
          <pc:docMk/>
          <pc:sldMk cId="274172994" sldId="267"/>
        </pc:sldMkLst>
      </pc:sldChg>
      <pc:sldChg chg="del">
        <pc:chgData name="Chantal Tucker" userId="68e5e39d-b608-4916-a5b9-03a6b998a0aa" providerId="ADAL" clId="{14CCE617-4E19-4CDD-B2B6-FB8246469C29}" dt="2022-06-21T19:21:45.087" v="95" actId="47"/>
        <pc:sldMkLst>
          <pc:docMk/>
          <pc:sldMk cId="1489434500" sldId="279"/>
        </pc:sldMkLst>
      </pc:sldChg>
      <pc:sldChg chg="del">
        <pc:chgData name="Chantal Tucker" userId="68e5e39d-b608-4916-a5b9-03a6b998a0aa" providerId="ADAL" clId="{14CCE617-4E19-4CDD-B2B6-FB8246469C29}" dt="2022-06-21T19:21:45.087" v="95" actId="47"/>
        <pc:sldMkLst>
          <pc:docMk/>
          <pc:sldMk cId="431227005" sldId="281"/>
        </pc:sldMkLst>
      </pc:sldChg>
      <pc:sldChg chg="del">
        <pc:chgData name="Chantal Tucker" userId="68e5e39d-b608-4916-a5b9-03a6b998a0aa" providerId="ADAL" clId="{14CCE617-4E19-4CDD-B2B6-FB8246469C29}" dt="2022-06-21T19:21:45.087" v="95" actId="47"/>
        <pc:sldMkLst>
          <pc:docMk/>
          <pc:sldMk cId="291671420" sldId="282"/>
        </pc:sldMkLst>
      </pc:sldChg>
      <pc:sldChg chg="del">
        <pc:chgData name="Chantal Tucker" userId="68e5e39d-b608-4916-a5b9-03a6b998a0aa" providerId="ADAL" clId="{14CCE617-4E19-4CDD-B2B6-FB8246469C29}" dt="2022-06-21T19:21:45.087" v="95" actId="47"/>
        <pc:sldMkLst>
          <pc:docMk/>
          <pc:sldMk cId="305216788" sldId="283"/>
        </pc:sldMkLst>
      </pc:sldChg>
      <pc:sldChg chg="del">
        <pc:chgData name="Chantal Tucker" userId="68e5e39d-b608-4916-a5b9-03a6b998a0aa" providerId="ADAL" clId="{14CCE617-4E19-4CDD-B2B6-FB8246469C29}" dt="2022-06-21T19:21:45.087" v="95" actId="47"/>
        <pc:sldMkLst>
          <pc:docMk/>
          <pc:sldMk cId="3953222683" sldId="285"/>
        </pc:sldMkLst>
      </pc:sldChg>
      <pc:sldChg chg="del">
        <pc:chgData name="Chantal Tucker" userId="68e5e39d-b608-4916-a5b9-03a6b998a0aa" providerId="ADAL" clId="{14CCE617-4E19-4CDD-B2B6-FB8246469C29}" dt="2022-06-21T19:21:45.087" v="95" actId="47"/>
        <pc:sldMkLst>
          <pc:docMk/>
          <pc:sldMk cId="1174808830" sldId="286"/>
        </pc:sldMkLst>
      </pc:sldChg>
      <pc:sldChg chg="del">
        <pc:chgData name="Chantal Tucker" userId="68e5e39d-b608-4916-a5b9-03a6b998a0aa" providerId="ADAL" clId="{14CCE617-4E19-4CDD-B2B6-FB8246469C29}" dt="2022-06-21T19:21:45.087" v="95" actId="47"/>
        <pc:sldMkLst>
          <pc:docMk/>
          <pc:sldMk cId="4181423787" sldId="287"/>
        </pc:sldMkLst>
      </pc:sldChg>
      <pc:sldChg chg="del">
        <pc:chgData name="Chantal Tucker" userId="68e5e39d-b608-4916-a5b9-03a6b998a0aa" providerId="ADAL" clId="{14CCE617-4E19-4CDD-B2B6-FB8246469C29}" dt="2022-06-21T19:21:45.087" v="95" actId="47"/>
        <pc:sldMkLst>
          <pc:docMk/>
          <pc:sldMk cId="4040085527" sldId="289"/>
        </pc:sldMkLst>
      </pc:sldChg>
      <pc:sldChg chg="del">
        <pc:chgData name="Chantal Tucker" userId="68e5e39d-b608-4916-a5b9-03a6b998a0aa" providerId="ADAL" clId="{14CCE617-4E19-4CDD-B2B6-FB8246469C29}" dt="2022-06-21T19:21:45.087" v="95" actId="47"/>
        <pc:sldMkLst>
          <pc:docMk/>
          <pc:sldMk cId="402758749" sldId="290"/>
        </pc:sldMkLst>
      </pc:sldChg>
      <pc:sldChg chg="del">
        <pc:chgData name="Chantal Tucker" userId="68e5e39d-b608-4916-a5b9-03a6b998a0aa" providerId="ADAL" clId="{14CCE617-4E19-4CDD-B2B6-FB8246469C29}" dt="2022-06-21T19:21:45.087" v="95" actId="47"/>
        <pc:sldMkLst>
          <pc:docMk/>
          <pc:sldMk cId="2122486078" sldId="291"/>
        </pc:sldMkLst>
      </pc:sldChg>
      <pc:sldChg chg="del">
        <pc:chgData name="Chantal Tucker" userId="68e5e39d-b608-4916-a5b9-03a6b998a0aa" providerId="ADAL" clId="{14CCE617-4E19-4CDD-B2B6-FB8246469C29}" dt="2022-06-21T19:21:45.087" v="95" actId="47"/>
        <pc:sldMkLst>
          <pc:docMk/>
          <pc:sldMk cId="2878511715" sldId="298"/>
        </pc:sldMkLst>
      </pc:sldChg>
      <pc:sldChg chg="delSp del mod">
        <pc:chgData name="Chantal Tucker" userId="68e5e39d-b608-4916-a5b9-03a6b998a0aa" providerId="ADAL" clId="{14CCE617-4E19-4CDD-B2B6-FB8246469C29}" dt="2022-06-21T20:21:15.300" v="1573" actId="47"/>
        <pc:sldMkLst>
          <pc:docMk/>
          <pc:sldMk cId="3351570998" sldId="299"/>
        </pc:sldMkLst>
        <pc:spChg chg="del">
          <ac:chgData name="Chantal Tucker" userId="68e5e39d-b608-4916-a5b9-03a6b998a0aa" providerId="ADAL" clId="{14CCE617-4E19-4CDD-B2B6-FB8246469C29}" dt="2022-06-21T19:22:02.548" v="97" actId="21"/>
          <ac:spMkLst>
            <pc:docMk/>
            <pc:sldMk cId="3351570998" sldId="299"/>
            <ac:spMk id="3" creationId="{C97A7916-AD69-44CF-8BA6-1FA33516A9E0}"/>
          </ac:spMkLst>
        </pc:spChg>
        <pc:picChg chg="del">
          <ac:chgData name="Chantal Tucker" userId="68e5e39d-b608-4916-a5b9-03a6b998a0aa" providerId="ADAL" clId="{14CCE617-4E19-4CDD-B2B6-FB8246469C29}" dt="2022-06-21T19:21:53.736" v="96" actId="478"/>
          <ac:picMkLst>
            <pc:docMk/>
            <pc:sldMk cId="3351570998" sldId="299"/>
            <ac:picMk id="6" creationId="{9843D63E-22BB-45D3-B50A-95A1A05AAFC6}"/>
          </ac:picMkLst>
        </pc:picChg>
      </pc:sldChg>
      <pc:sldChg chg="del">
        <pc:chgData name="Chantal Tucker" userId="68e5e39d-b608-4916-a5b9-03a6b998a0aa" providerId="ADAL" clId="{14CCE617-4E19-4CDD-B2B6-FB8246469C29}" dt="2022-06-21T20:21:18.605" v="1574" actId="47"/>
        <pc:sldMkLst>
          <pc:docMk/>
          <pc:sldMk cId="2286344043" sldId="301"/>
        </pc:sldMkLst>
      </pc:sldChg>
      <pc:sldChg chg="del">
        <pc:chgData name="Chantal Tucker" userId="68e5e39d-b608-4916-a5b9-03a6b998a0aa" providerId="ADAL" clId="{14CCE617-4E19-4CDD-B2B6-FB8246469C29}" dt="2022-06-21T19:21:45.087" v="95" actId="47"/>
        <pc:sldMkLst>
          <pc:docMk/>
          <pc:sldMk cId="326860546" sldId="302"/>
        </pc:sldMkLst>
      </pc:sldChg>
      <pc:sldChg chg="del">
        <pc:chgData name="Chantal Tucker" userId="68e5e39d-b608-4916-a5b9-03a6b998a0aa" providerId="ADAL" clId="{14CCE617-4E19-4CDD-B2B6-FB8246469C29}" dt="2022-06-21T19:18:38.202" v="0" actId="47"/>
        <pc:sldMkLst>
          <pc:docMk/>
          <pc:sldMk cId="69702316" sldId="303"/>
        </pc:sldMkLst>
      </pc:sldChg>
      <pc:sldChg chg="del">
        <pc:chgData name="Chantal Tucker" userId="68e5e39d-b608-4916-a5b9-03a6b998a0aa" providerId="ADAL" clId="{14CCE617-4E19-4CDD-B2B6-FB8246469C29}" dt="2022-06-21T19:21:45.087" v="95" actId="47"/>
        <pc:sldMkLst>
          <pc:docMk/>
          <pc:sldMk cId="1196330511" sldId="304"/>
        </pc:sldMkLst>
      </pc:sldChg>
      <pc:sldChg chg="modSp add mod">
        <pc:chgData name="Chantal Tucker" userId="68e5e39d-b608-4916-a5b9-03a6b998a0aa" providerId="ADAL" clId="{14CCE617-4E19-4CDD-B2B6-FB8246469C29}" dt="2022-06-21T20:52:47.629" v="2894" actId="20577"/>
        <pc:sldMkLst>
          <pc:docMk/>
          <pc:sldMk cId="76368166" sldId="306"/>
        </pc:sldMkLst>
        <pc:spChg chg="mod">
          <ac:chgData name="Chantal Tucker" userId="68e5e39d-b608-4916-a5b9-03a6b998a0aa" providerId="ADAL" clId="{14CCE617-4E19-4CDD-B2B6-FB8246469C29}" dt="2022-06-21T20:52:47.629" v="2894" actId="20577"/>
          <ac:spMkLst>
            <pc:docMk/>
            <pc:sldMk cId="76368166" sldId="306"/>
            <ac:spMk id="3" creationId="{843600BD-45D4-4E3B-AE90-876F31D19A0F}"/>
          </ac:spMkLst>
        </pc:spChg>
      </pc:sldChg>
      <pc:sldChg chg="add del">
        <pc:chgData name="Chantal Tucker" userId="68e5e39d-b608-4916-a5b9-03a6b998a0aa" providerId="ADAL" clId="{14CCE617-4E19-4CDD-B2B6-FB8246469C29}" dt="2022-06-21T20:42:51.994" v="2537" actId="47"/>
        <pc:sldMkLst>
          <pc:docMk/>
          <pc:sldMk cId="1472037462" sldId="310"/>
        </pc:sldMkLst>
      </pc:sldChg>
      <pc:sldChg chg="modSp add mod">
        <pc:chgData name="Chantal Tucker" userId="68e5e39d-b608-4916-a5b9-03a6b998a0aa" providerId="ADAL" clId="{14CCE617-4E19-4CDD-B2B6-FB8246469C29}" dt="2022-06-21T20:53:07.874" v="2895" actId="122"/>
        <pc:sldMkLst>
          <pc:docMk/>
          <pc:sldMk cId="3611639441" sldId="311"/>
        </pc:sldMkLst>
        <pc:spChg chg="mod">
          <ac:chgData name="Chantal Tucker" userId="68e5e39d-b608-4916-a5b9-03a6b998a0aa" providerId="ADAL" clId="{14CCE617-4E19-4CDD-B2B6-FB8246469C29}" dt="2022-06-21T20:53:07.874" v="2895" actId="122"/>
          <ac:spMkLst>
            <pc:docMk/>
            <pc:sldMk cId="3611639441" sldId="311"/>
            <ac:spMk id="2" creationId="{094E8EB0-BF83-4882-B4F4-5882631EFB1B}"/>
          </ac:spMkLst>
        </pc:spChg>
      </pc:sldChg>
      <pc:sldChg chg="modSp add mod">
        <pc:chgData name="Chantal Tucker" userId="68e5e39d-b608-4916-a5b9-03a6b998a0aa" providerId="ADAL" clId="{14CCE617-4E19-4CDD-B2B6-FB8246469C29}" dt="2022-06-21T20:53:12.670" v="2896" actId="122"/>
        <pc:sldMkLst>
          <pc:docMk/>
          <pc:sldMk cId="1891806669" sldId="312"/>
        </pc:sldMkLst>
        <pc:spChg chg="mod">
          <ac:chgData name="Chantal Tucker" userId="68e5e39d-b608-4916-a5b9-03a6b998a0aa" providerId="ADAL" clId="{14CCE617-4E19-4CDD-B2B6-FB8246469C29}" dt="2022-06-21T20:53:12.670" v="2896" actId="122"/>
          <ac:spMkLst>
            <pc:docMk/>
            <pc:sldMk cId="1891806669" sldId="312"/>
            <ac:spMk id="2" creationId="{094E8EB0-BF83-4882-B4F4-5882631EFB1B}"/>
          </ac:spMkLst>
        </pc:spChg>
      </pc:sldChg>
      <pc:sldChg chg="modSp add mod">
        <pc:chgData name="Chantal Tucker" userId="68e5e39d-b608-4916-a5b9-03a6b998a0aa" providerId="ADAL" clId="{14CCE617-4E19-4CDD-B2B6-FB8246469C29}" dt="2022-06-21T20:53:17.649" v="2897" actId="122"/>
        <pc:sldMkLst>
          <pc:docMk/>
          <pc:sldMk cId="4092653358" sldId="313"/>
        </pc:sldMkLst>
        <pc:spChg chg="mod">
          <ac:chgData name="Chantal Tucker" userId="68e5e39d-b608-4916-a5b9-03a6b998a0aa" providerId="ADAL" clId="{14CCE617-4E19-4CDD-B2B6-FB8246469C29}" dt="2022-06-21T20:53:17.649" v="2897" actId="122"/>
          <ac:spMkLst>
            <pc:docMk/>
            <pc:sldMk cId="4092653358" sldId="313"/>
            <ac:spMk id="2" creationId="{094E8EB0-BF83-4882-B4F4-5882631EFB1B}"/>
          </ac:spMkLst>
        </pc:spChg>
      </pc:sldChg>
      <pc:sldChg chg="modSp add mod">
        <pc:chgData name="Chantal Tucker" userId="68e5e39d-b608-4916-a5b9-03a6b998a0aa" providerId="ADAL" clId="{14CCE617-4E19-4CDD-B2B6-FB8246469C29}" dt="2022-06-21T20:53:23.811" v="2898" actId="122"/>
        <pc:sldMkLst>
          <pc:docMk/>
          <pc:sldMk cId="1203177308" sldId="314"/>
        </pc:sldMkLst>
        <pc:spChg chg="mod">
          <ac:chgData name="Chantal Tucker" userId="68e5e39d-b608-4916-a5b9-03a6b998a0aa" providerId="ADAL" clId="{14CCE617-4E19-4CDD-B2B6-FB8246469C29}" dt="2022-06-21T20:53:23.811" v="2898" actId="122"/>
          <ac:spMkLst>
            <pc:docMk/>
            <pc:sldMk cId="1203177308" sldId="314"/>
            <ac:spMk id="2" creationId="{094E8EB0-BF83-4882-B4F4-5882631EFB1B}"/>
          </ac:spMkLst>
        </pc:spChg>
      </pc:sldChg>
      <pc:sldChg chg="modSp mod addCm delCm modNotes">
        <pc:chgData name="Chantal Tucker" userId="68e5e39d-b608-4916-a5b9-03a6b998a0aa" providerId="ADAL" clId="{14CCE617-4E19-4CDD-B2B6-FB8246469C29}" dt="2022-06-21T20:49:09.164" v="2772" actId="255"/>
        <pc:sldMkLst>
          <pc:docMk/>
          <pc:sldMk cId="731262076" sldId="318"/>
        </pc:sldMkLst>
        <pc:spChg chg="mod">
          <ac:chgData name="Chantal Tucker" userId="68e5e39d-b608-4916-a5b9-03a6b998a0aa" providerId="ADAL" clId="{14CCE617-4E19-4CDD-B2B6-FB8246469C29}" dt="2022-06-21T20:48:29.395" v="2748" actId="122"/>
          <ac:spMkLst>
            <pc:docMk/>
            <pc:sldMk cId="731262076" sldId="318"/>
            <ac:spMk id="2" creationId="{094E8EB0-BF83-4882-B4F4-5882631EFB1B}"/>
          </ac:spMkLst>
        </pc:spChg>
        <pc:spChg chg="mod">
          <ac:chgData name="Chantal Tucker" userId="68e5e39d-b608-4916-a5b9-03a6b998a0aa" providerId="ADAL" clId="{14CCE617-4E19-4CDD-B2B6-FB8246469C29}" dt="2022-06-21T20:49:09.164" v="2772" actId="255"/>
          <ac:spMkLst>
            <pc:docMk/>
            <pc:sldMk cId="731262076" sldId="318"/>
            <ac:spMk id="3" creationId="{843600BD-45D4-4E3B-AE90-876F31D19A0F}"/>
          </ac:spMkLst>
        </pc:spChg>
      </pc:sldChg>
      <pc:sldChg chg="delSp modSp add mod">
        <pc:chgData name="Chantal Tucker" userId="68e5e39d-b608-4916-a5b9-03a6b998a0aa" providerId="ADAL" clId="{14CCE617-4E19-4CDD-B2B6-FB8246469C29}" dt="2022-06-21T20:29:21.515" v="1901"/>
        <pc:sldMkLst>
          <pc:docMk/>
          <pc:sldMk cId="374006124" sldId="324"/>
        </pc:sldMkLst>
        <pc:spChg chg="mod">
          <ac:chgData name="Chantal Tucker" userId="68e5e39d-b608-4916-a5b9-03a6b998a0aa" providerId="ADAL" clId="{14CCE617-4E19-4CDD-B2B6-FB8246469C29}" dt="2022-06-21T20:26:01.461" v="1822" actId="122"/>
          <ac:spMkLst>
            <pc:docMk/>
            <pc:sldMk cId="374006124" sldId="324"/>
            <ac:spMk id="2" creationId="{094E8EB0-BF83-4882-B4F4-5882631EFB1B}"/>
          </ac:spMkLst>
        </pc:spChg>
        <pc:spChg chg="mod">
          <ac:chgData name="Chantal Tucker" userId="68e5e39d-b608-4916-a5b9-03a6b998a0aa" providerId="ADAL" clId="{14CCE617-4E19-4CDD-B2B6-FB8246469C29}" dt="2022-06-21T20:29:21.515" v="1901"/>
          <ac:spMkLst>
            <pc:docMk/>
            <pc:sldMk cId="374006124" sldId="324"/>
            <ac:spMk id="3" creationId="{843600BD-45D4-4E3B-AE90-876F31D19A0F}"/>
          </ac:spMkLst>
        </pc:spChg>
        <pc:spChg chg="del">
          <ac:chgData name="Chantal Tucker" userId="68e5e39d-b608-4916-a5b9-03a6b998a0aa" providerId="ADAL" clId="{14CCE617-4E19-4CDD-B2B6-FB8246469C29}" dt="2022-06-21T20:26:20.131" v="1823" actId="478"/>
          <ac:spMkLst>
            <pc:docMk/>
            <pc:sldMk cId="374006124" sldId="324"/>
            <ac:spMk id="4" creationId="{22C2E7C5-1F23-49DC-90E2-87CBD5961E58}"/>
          </ac:spMkLst>
        </pc:spChg>
      </pc:sldChg>
      <pc:sldChg chg="modSp del mod">
        <pc:chgData name="Chantal Tucker" userId="68e5e39d-b608-4916-a5b9-03a6b998a0aa" providerId="ADAL" clId="{14CCE617-4E19-4CDD-B2B6-FB8246469C29}" dt="2022-06-21T20:35:48.234" v="2361" actId="20577"/>
        <pc:sldMkLst>
          <pc:docMk/>
          <pc:sldMk cId="2442947990" sldId="325"/>
        </pc:sldMkLst>
        <pc:spChg chg="mod">
          <ac:chgData name="Chantal Tucker" userId="68e5e39d-b608-4916-a5b9-03a6b998a0aa" providerId="ADAL" clId="{14CCE617-4E19-4CDD-B2B6-FB8246469C29}" dt="2022-06-21T19:37:15.664" v="499" actId="1076"/>
          <ac:spMkLst>
            <pc:docMk/>
            <pc:sldMk cId="2442947990" sldId="325"/>
            <ac:spMk id="2" creationId="{094E8EB0-BF83-4882-B4F4-5882631EFB1B}"/>
          </ac:spMkLst>
        </pc:spChg>
        <pc:spChg chg="mod">
          <ac:chgData name="Chantal Tucker" userId="68e5e39d-b608-4916-a5b9-03a6b998a0aa" providerId="ADAL" clId="{14CCE617-4E19-4CDD-B2B6-FB8246469C29}" dt="2022-06-21T20:35:48.234" v="2361" actId="20577"/>
          <ac:spMkLst>
            <pc:docMk/>
            <pc:sldMk cId="2442947990" sldId="325"/>
            <ac:spMk id="3" creationId="{843600BD-45D4-4E3B-AE90-876F31D19A0F}"/>
          </ac:spMkLst>
        </pc:spChg>
      </pc:sldChg>
      <pc:sldChg chg="modSp add mod">
        <pc:chgData name="Chantal Tucker" userId="68e5e39d-b608-4916-a5b9-03a6b998a0aa" providerId="ADAL" clId="{14CCE617-4E19-4CDD-B2B6-FB8246469C29}" dt="2022-06-21T20:20:42.674" v="1572" actId="20577"/>
        <pc:sldMkLst>
          <pc:docMk/>
          <pc:sldMk cId="4142931078" sldId="326"/>
        </pc:sldMkLst>
        <pc:spChg chg="mod">
          <ac:chgData name="Chantal Tucker" userId="68e5e39d-b608-4916-a5b9-03a6b998a0aa" providerId="ADAL" clId="{14CCE617-4E19-4CDD-B2B6-FB8246469C29}" dt="2022-06-21T20:08:07.641" v="535" actId="20577"/>
          <ac:spMkLst>
            <pc:docMk/>
            <pc:sldMk cId="4142931078" sldId="326"/>
            <ac:spMk id="2" creationId="{094E8EB0-BF83-4882-B4F4-5882631EFB1B}"/>
          </ac:spMkLst>
        </pc:spChg>
        <pc:spChg chg="mod">
          <ac:chgData name="Chantal Tucker" userId="68e5e39d-b608-4916-a5b9-03a6b998a0aa" providerId="ADAL" clId="{14CCE617-4E19-4CDD-B2B6-FB8246469C29}" dt="2022-06-21T20:20:42.674" v="1572" actId="20577"/>
          <ac:spMkLst>
            <pc:docMk/>
            <pc:sldMk cId="4142931078" sldId="326"/>
            <ac:spMk id="3" creationId="{843600BD-45D4-4E3B-AE90-876F31D19A0F}"/>
          </ac:spMkLst>
        </pc:spChg>
      </pc:sldChg>
      <pc:sldChg chg="modSp add mod">
        <pc:chgData name="Chantal Tucker" userId="68e5e39d-b608-4916-a5b9-03a6b998a0aa" providerId="ADAL" clId="{14CCE617-4E19-4CDD-B2B6-FB8246469C29}" dt="2022-06-21T20:37:03.146" v="2406" actId="5793"/>
        <pc:sldMkLst>
          <pc:docMk/>
          <pc:sldMk cId="4103447981" sldId="327"/>
        </pc:sldMkLst>
        <pc:spChg chg="mod">
          <ac:chgData name="Chantal Tucker" userId="68e5e39d-b608-4916-a5b9-03a6b998a0aa" providerId="ADAL" clId="{14CCE617-4E19-4CDD-B2B6-FB8246469C29}" dt="2022-06-21T20:37:03.146" v="2406" actId="5793"/>
          <ac:spMkLst>
            <pc:docMk/>
            <pc:sldMk cId="4103447981" sldId="327"/>
            <ac:spMk id="2" creationId="{094E8EB0-BF83-4882-B4F4-5882631EFB1B}"/>
          </ac:spMkLst>
        </pc:spChg>
        <pc:spChg chg="mod">
          <ac:chgData name="Chantal Tucker" userId="68e5e39d-b608-4916-a5b9-03a6b998a0aa" providerId="ADAL" clId="{14CCE617-4E19-4CDD-B2B6-FB8246469C29}" dt="2022-06-21T20:31:28.098" v="2028" actId="20577"/>
          <ac:spMkLst>
            <pc:docMk/>
            <pc:sldMk cId="4103447981" sldId="327"/>
            <ac:spMk id="3" creationId="{843600BD-45D4-4E3B-AE90-876F31D19A0F}"/>
          </ac:spMkLst>
        </pc:spChg>
      </pc:sldChg>
      <pc:sldChg chg="addSp delSp modSp add mod">
        <pc:chgData name="Chantal Tucker" userId="68e5e39d-b608-4916-a5b9-03a6b998a0aa" providerId="ADAL" clId="{14CCE617-4E19-4CDD-B2B6-FB8246469C29}" dt="2022-06-21T20:40:36.827" v="2534" actId="22"/>
        <pc:sldMkLst>
          <pc:docMk/>
          <pc:sldMk cId="858217739" sldId="328"/>
        </pc:sldMkLst>
        <pc:spChg chg="mod">
          <ac:chgData name="Chantal Tucker" userId="68e5e39d-b608-4916-a5b9-03a6b998a0aa" providerId="ADAL" clId="{14CCE617-4E19-4CDD-B2B6-FB8246469C29}" dt="2022-06-21T20:24:53.876" v="1805" actId="20577"/>
          <ac:spMkLst>
            <pc:docMk/>
            <pc:sldMk cId="858217739" sldId="328"/>
            <ac:spMk id="2" creationId="{094E8EB0-BF83-4882-B4F4-5882631EFB1B}"/>
          </ac:spMkLst>
        </pc:spChg>
        <pc:spChg chg="mod">
          <ac:chgData name="Chantal Tucker" userId="68e5e39d-b608-4916-a5b9-03a6b998a0aa" providerId="ADAL" clId="{14CCE617-4E19-4CDD-B2B6-FB8246469C29}" dt="2022-06-21T20:39:11.574" v="2530" actId="20577"/>
          <ac:spMkLst>
            <pc:docMk/>
            <pc:sldMk cId="858217739" sldId="328"/>
            <ac:spMk id="3" creationId="{843600BD-45D4-4E3B-AE90-876F31D19A0F}"/>
          </ac:spMkLst>
        </pc:spChg>
        <pc:spChg chg="add del">
          <ac:chgData name="Chantal Tucker" userId="68e5e39d-b608-4916-a5b9-03a6b998a0aa" providerId="ADAL" clId="{14CCE617-4E19-4CDD-B2B6-FB8246469C29}" dt="2022-06-21T20:40:30.371" v="2532" actId="22"/>
          <ac:spMkLst>
            <pc:docMk/>
            <pc:sldMk cId="858217739" sldId="328"/>
            <ac:spMk id="5" creationId="{FF513A07-14B7-42FE-B7C3-44ABAE78FE3C}"/>
          </ac:spMkLst>
        </pc:spChg>
        <pc:spChg chg="add del">
          <ac:chgData name="Chantal Tucker" userId="68e5e39d-b608-4916-a5b9-03a6b998a0aa" providerId="ADAL" clId="{14CCE617-4E19-4CDD-B2B6-FB8246469C29}" dt="2022-06-21T20:40:36.827" v="2534" actId="22"/>
          <ac:spMkLst>
            <pc:docMk/>
            <pc:sldMk cId="858217739" sldId="328"/>
            <ac:spMk id="7" creationId="{AC98E5C3-D673-4FE7-A0B5-0FFE8E846187}"/>
          </ac:spMkLst>
        </pc:spChg>
      </pc:sldChg>
      <pc:sldChg chg="modSp add mod">
        <pc:chgData name="Chantal Tucker" userId="68e5e39d-b608-4916-a5b9-03a6b998a0aa" providerId="ADAL" clId="{14CCE617-4E19-4CDD-B2B6-FB8246469C29}" dt="2022-06-21T20:50:22.069" v="2816" actId="255"/>
        <pc:sldMkLst>
          <pc:docMk/>
          <pc:sldMk cId="214287663" sldId="329"/>
        </pc:sldMkLst>
        <pc:spChg chg="mod">
          <ac:chgData name="Chantal Tucker" userId="68e5e39d-b608-4916-a5b9-03a6b998a0aa" providerId="ADAL" clId="{14CCE617-4E19-4CDD-B2B6-FB8246469C29}" dt="2022-06-21T20:29:32.755" v="1902" actId="6549"/>
          <ac:spMkLst>
            <pc:docMk/>
            <pc:sldMk cId="214287663" sldId="329"/>
            <ac:spMk id="2" creationId="{094E8EB0-BF83-4882-B4F4-5882631EFB1B}"/>
          </ac:spMkLst>
        </pc:spChg>
        <pc:spChg chg="mod">
          <ac:chgData name="Chantal Tucker" userId="68e5e39d-b608-4916-a5b9-03a6b998a0aa" providerId="ADAL" clId="{14CCE617-4E19-4CDD-B2B6-FB8246469C29}" dt="2022-06-21T20:50:22.069" v="2816" actId="255"/>
          <ac:spMkLst>
            <pc:docMk/>
            <pc:sldMk cId="214287663" sldId="329"/>
            <ac:spMk id="3" creationId="{843600BD-45D4-4E3B-AE90-876F31D19A0F}"/>
          </ac:spMkLst>
        </pc:spChg>
      </pc:sldChg>
      <pc:sldChg chg="modSp add mod">
        <pc:chgData name="Chantal Tucker" userId="68e5e39d-b608-4916-a5b9-03a6b998a0aa" providerId="ADAL" clId="{14CCE617-4E19-4CDD-B2B6-FB8246469C29}" dt="2022-06-21T20:36:57.072" v="2395" actId="20577"/>
        <pc:sldMkLst>
          <pc:docMk/>
          <pc:sldMk cId="4050194602" sldId="330"/>
        </pc:sldMkLst>
        <pc:spChg chg="mod">
          <ac:chgData name="Chantal Tucker" userId="68e5e39d-b608-4916-a5b9-03a6b998a0aa" providerId="ADAL" clId="{14CCE617-4E19-4CDD-B2B6-FB8246469C29}" dt="2022-06-21T20:36:57.072" v="2395" actId="20577"/>
          <ac:spMkLst>
            <pc:docMk/>
            <pc:sldMk cId="4050194602" sldId="330"/>
            <ac:spMk id="2" creationId="{094E8EB0-BF83-4882-B4F4-5882631EFB1B}"/>
          </ac:spMkLst>
        </pc:spChg>
        <pc:spChg chg="mod">
          <ac:chgData name="Chantal Tucker" userId="68e5e39d-b608-4916-a5b9-03a6b998a0aa" providerId="ADAL" clId="{14CCE617-4E19-4CDD-B2B6-FB8246469C29}" dt="2022-06-21T20:35:01.939" v="2359" actId="20577"/>
          <ac:spMkLst>
            <pc:docMk/>
            <pc:sldMk cId="4050194602" sldId="330"/>
            <ac:spMk id="3" creationId="{843600BD-45D4-4E3B-AE90-876F31D19A0F}"/>
          </ac:spMkLst>
        </pc:sp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0"/>
          <a:lstStyle/>
          <a:p>
            <a:pPr>
              <a:defRPr sz="1400" b="0" i="0" u="none" strike="noStrike" kern="1200" spc="0" baseline="0">
                <a:solidFill>
                  <a:srgbClr val="001B7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r>
              <a:rPr lang="en-US" sz="1400" b="1" i="0" dirty="0">
                <a:solidFill>
                  <a:srgbClr val="001B7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Example</a:t>
            </a:r>
          </a:p>
        </c:rich>
      </c:tx>
      <c:layout>
        <c:manualLayout>
          <c:xMode val="edge"/>
          <c:yMode val="edge"/>
          <c:x val="0.30859996977948773"/>
          <c:y val="1.4467262737367422E-3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0"/>
        <a:lstStyle/>
        <a:p>
          <a:pPr>
            <a:defRPr sz="1400" b="0" i="0" u="none" strike="noStrike" kern="1200" spc="0" baseline="0">
              <a:solidFill>
                <a:srgbClr val="001B71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defRPr>
          </a:pPr>
          <a:endParaRPr lang="zh-CN"/>
        </a:p>
      </c:txPr>
    </c:title>
    <c:autoTitleDeleted val="0"/>
    <c:plotArea>
      <c:layout>
        <c:manualLayout>
          <c:layoutTarget val="inner"/>
          <c:xMode val="edge"/>
          <c:yMode val="edge"/>
          <c:x val="5.5009355875836059E-2"/>
          <c:y val="0.13986788302602043"/>
          <c:w val="0.67931177666812181"/>
          <c:h val="0.76021553992215929"/>
        </c:manualLayout>
      </c:layout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CCA9-4D25-9A08-E785591F912F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CCA9-4D25-9A08-E785591F912F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CCA9-4D25-9A08-E785591F912F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CCA9-4D25-9A08-E785591F912F}"/>
              </c:ext>
            </c:extLst>
          </c:dPt>
          <c:dPt>
            <c:idx val="4"/>
            <c:bubble3D val="0"/>
            <c:spPr>
              <a:solidFill>
                <a:schemeClr val="accent5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9-CCA9-4D25-9A08-E785591F912F}"/>
              </c:ext>
            </c:extLst>
          </c:dPt>
          <c:dPt>
            <c:idx val="5"/>
            <c:bubble3D val="0"/>
            <c:spPr>
              <a:solidFill>
                <a:schemeClr val="accent6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B-CCA9-4D25-9A08-E785591F912F}"/>
              </c:ext>
            </c:extLst>
          </c:dPt>
          <c:dPt>
            <c:idx val="6"/>
            <c:bubble3D val="0"/>
            <c:spPr>
              <a:solidFill>
                <a:schemeClr val="accent1">
                  <a:lumMod val="6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D-CCA9-4D25-9A08-E785591F912F}"/>
              </c:ext>
            </c:extLst>
          </c:dPt>
          <c:cat>
            <c:strRef>
              <c:f>Sheet1!$A$2:$A$8</c:f>
              <c:strCache>
                <c:ptCount val="7"/>
                <c:pt idx="0">
                  <c:v>Lorem ipsum</c:v>
                </c:pt>
                <c:pt idx="1">
                  <c:v>Lorem ipsum</c:v>
                </c:pt>
                <c:pt idx="2">
                  <c:v>Lorem ipsum</c:v>
                </c:pt>
                <c:pt idx="3">
                  <c:v>Lorem ipsum</c:v>
                </c:pt>
                <c:pt idx="4">
                  <c:v>Lorem ipsum</c:v>
                </c:pt>
                <c:pt idx="5">
                  <c:v>Lorem ipsum</c:v>
                </c:pt>
                <c:pt idx="6">
                  <c:v>Lorem ipsum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8</c:v>
                </c:pt>
                <c:pt idx="1">
                  <c:v>6</c:v>
                </c:pt>
                <c:pt idx="2">
                  <c:v>4</c:v>
                </c:pt>
                <c:pt idx="3">
                  <c:v>3</c:v>
                </c:pt>
                <c:pt idx="4">
                  <c:v>2</c:v>
                </c:pt>
                <c:pt idx="5">
                  <c:v>1</c:v>
                </c:pt>
                <c:pt idx="6">
                  <c:v>0.5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E-CCA9-4D25-9A08-E785591F912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64"/>
      </c:doughnutChart>
      <c:spPr>
        <a:noFill/>
        <a:ln>
          <a:noFill/>
        </a:ln>
        <a:effectLst/>
      </c:spPr>
    </c:plotArea>
    <c:legend>
      <c:legendPos val="r"/>
      <c:legendEntry>
        <c:idx val="0"/>
        <c:txPr>
          <a:bodyPr rot="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rgbClr val="001B7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zh-CN"/>
          </a:p>
        </c:txPr>
      </c:legendEntry>
      <c:legendEntry>
        <c:idx val="1"/>
        <c:txPr>
          <a:bodyPr rot="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rgbClr val="001B7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zh-CN"/>
          </a:p>
        </c:txPr>
      </c:legendEntry>
      <c:legendEntry>
        <c:idx val="2"/>
        <c:txPr>
          <a:bodyPr rot="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rgbClr val="001B7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zh-CN"/>
          </a:p>
        </c:txPr>
      </c:legendEntry>
      <c:legendEntry>
        <c:idx val="3"/>
        <c:txPr>
          <a:bodyPr rot="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rgbClr val="001B7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zh-CN"/>
          </a:p>
        </c:txPr>
      </c:legendEntry>
      <c:legendEntry>
        <c:idx val="4"/>
        <c:txPr>
          <a:bodyPr rot="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rgbClr val="001B7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zh-CN"/>
          </a:p>
        </c:txPr>
      </c:legendEntry>
      <c:legendEntry>
        <c:idx val="5"/>
        <c:txPr>
          <a:bodyPr rot="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rgbClr val="001B7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zh-CN"/>
          </a:p>
        </c:txPr>
      </c:legendEntry>
      <c:legendEntry>
        <c:idx val="6"/>
        <c:txPr>
          <a:bodyPr rot="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rgbClr val="001B7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zh-CN"/>
          </a:p>
        </c:txPr>
      </c:legendEntry>
      <c:layout>
        <c:manualLayout>
          <c:xMode val="edge"/>
          <c:yMode val="edge"/>
          <c:x val="0.69977572318967052"/>
          <c:y val="0.1928179891354784"/>
          <c:w val="0.30022436435136202"/>
          <c:h val="0.65283604829086761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00" b="0" i="0" u="none" strike="noStrike" kern="1200" baseline="0">
              <a:solidFill>
                <a:srgbClr val="001B71"/>
              </a:solidFill>
              <a:latin typeface="Frutiger 55 Roman" pitchFamily="2" charset="0"/>
              <a:ea typeface="+mn-ea"/>
              <a:cs typeface="+mn-cs"/>
            </a:defRPr>
          </a:pPr>
          <a:endParaRPr lang="zh-CN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0"/>
          <a:lstStyle/>
          <a:p>
            <a:pPr>
              <a:defRPr sz="1400" b="0" i="0" u="none" strike="noStrike" kern="1200" spc="0" baseline="0">
                <a:solidFill>
                  <a:srgbClr val="001B7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r>
              <a:rPr lang="en-US" sz="1400" b="1" i="0" dirty="0">
                <a:solidFill>
                  <a:srgbClr val="001B7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Example</a:t>
            </a:r>
          </a:p>
        </c:rich>
      </c:tx>
      <c:layout>
        <c:manualLayout>
          <c:xMode val="edge"/>
          <c:yMode val="edge"/>
          <c:x val="0.34416114174553275"/>
          <c:y val="1.4062543327461475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0"/>
        <a:lstStyle/>
        <a:p>
          <a:pPr>
            <a:defRPr sz="1400" b="0" i="0" u="none" strike="noStrike" kern="1200" spc="0" baseline="0">
              <a:solidFill>
                <a:srgbClr val="001B71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defRPr>
          </a:pPr>
          <a:endParaRPr lang="zh-CN"/>
        </a:p>
      </c:txPr>
    </c:title>
    <c:autoTitleDeleted val="0"/>
    <c:plotArea>
      <c:layout>
        <c:manualLayout>
          <c:layoutTarget val="inner"/>
          <c:xMode val="edge"/>
          <c:yMode val="edge"/>
          <c:x val="3.7531567990058079E-2"/>
          <c:y val="0.11931885404850991"/>
          <c:w val="0.63197913902634784"/>
          <c:h val="0.65308987739149349"/>
        </c:manualLayout>
      </c:layout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invertIfNegative val="0"/>
          <c:dPt>
            <c:idx val="0"/>
            <c:invertIfNegative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3151-495A-8996-44DF7C239E04}"/>
              </c:ext>
            </c:extLst>
          </c:dPt>
          <c:dPt>
            <c:idx val="1"/>
            <c:invertIfNegative val="0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3151-495A-8996-44DF7C239E04}"/>
              </c:ext>
            </c:extLst>
          </c:dPt>
          <c:dPt>
            <c:idx val="2"/>
            <c:invertIfNegative val="0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3151-495A-8996-44DF7C239E04}"/>
              </c:ext>
            </c:extLst>
          </c:dPt>
          <c:dPt>
            <c:idx val="3"/>
            <c:invertIfNegative val="0"/>
            <c:bubble3D val="0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3151-495A-8996-44DF7C239E04}"/>
              </c:ext>
            </c:extLst>
          </c:dPt>
          <c:dPt>
            <c:idx val="4"/>
            <c:invertIfNegative val="0"/>
            <c:bubble3D val="0"/>
            <c:spPr>
              <a:solidFill>
                <a:schemeClr val="accent5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9-3151-495A-8996-44DF7C239E04}"/>
              </c:ext>
            </c:extLst>
          </c:dPt>
          <c:dPt>
            <c:idx val="5"/>
            <c:invertIfNegative val="0"/>
            <c:bubble3D val="0"/>
            <c:spPr>
              <a:solidFill>
                <a:schemeClr val="accent6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B-3151-495A-8996-44DF7C239E04}"/>
              </c:ext>
            </c:extLst>
          </c:dPt>
          <c:dPt>
            <c:idx val="6"/>
            <c:invertIfNegative val="0"/>
            <c:bubble3D val="0"/>
            <c:spPr>
              <a:solidFill>
                <a:schemeClr val="accent1">
                  <a:lumMod val="6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D-3151-495A-8996-44DF7C239E04}"/>
              </c:ext>
            </c:extLst>
          </c:dPt>
          <c:cat>
            <c:strRef>
              <c:f>Sheet1!$A$2:$A$8</c:f>
              <c:strCache>
                <c:ptCount val="7"/>
                <c:pt idx="0">
                  <c:v>Lorem ipsum</c:v>
                </c:pt>
                <c:pt idx="1">
                  <c:v>Lorem ipsum</c:v>
                </c:pt>
                <c:pt idx="2">
                  <c:v>Lorem ipsum</c:v>
                </c:pt>
                <c:pt idx="3">
                  <c:v>Lorem ipsum</c:v>
                </c:pt>
                <c:pt idx="4">
                  <c:v>Lorem ipsum</c:v>
                </c:pt>
                <c:pt idx="5">
                  <c:v>Lorem ipsum</c:v>
                </c:pt>
                <c:pt idx="6">
                  <c:v>Lorem ipsum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0.5</c:v>
                </c:pt>
                <c:pt idx="1">
                  <c:v>1.5</c:v>
                </c:pt>
                <c:pt idx="2">
                  <c:v>2.5</c:v>
                </c:pt>
                <c:pt idx="3">
                  <c:v>3.5</c:v>
                </c:pt>
                <c:pt idx="4">
                  <c:v>4.5</c:v>
                </c:pt>
                <c:pt idx="5">
                  <c:v>5.5</c:v>
                </c:pt>
                <c:pt idx="6">
                  <c:v>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E-3151-495A-8996-44DF7C239E0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853237616"/>
        <c:axId val="774982448"/>
      </c:barChart>
      <c:valAx>
        <c:axId val="77498244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rgbClr val="001B71"/>
                </a:solidFill>
                <a:latin typeface="Frutiger 55 Roman" pitchFamily="2" charset="0"/>
                <a:ea typeface="+mn-ea"/>
                <a:cs typeface="+mn-cs"/>
              </a:defRPr>
            </a:pPr>
            <a:endParaRPr lang="zh-CN"/>
          </a:p>
        </c:txPr>
        <c:crossAx val="853237616"/>
        <c:crosses val="autoZero"/>
        <c:crossBetween val="between"/>
      </c:valAx>
      <c:catAx>
        <c:axId val="853237616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noFill/>
          <a:ln w="6350" cap="flat" cmpd="sng" algn="ctr">
            <a:solidFill>
              <a:schemeClr val="dk1"/>
            </a:solidFill>
            <a:prstDash val="solid"/>
            <a:miter lim="800000"/>
          </a:ln>
          <a:effectLst/>
        </c:spPr>
        <c:txPr>
          <a:bodyPr rot="5400000" spcFirstLastPara="1" vertOverflow="ellipsis" wrap="square" anchor="ctr" anchorCtr="1"/>
          <a:lstStyle/>
          <a:p>
            <a:pPr>
              <a:defRPr sz="1197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774982448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r"/>
      <c:legendEntry>
        <c:idx val="0"/>
        <c:txPr>
          <a:bodyPr rot="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rgbClr val="001B7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zh-CN"/>
          </a:p>
        </c:txPr>
      </c:legendEntry>
      <c:legendEntry>
        <c:idx val="1"/>
        <c:txPr>
          <a:bodyPr rot="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rgbClr val="001B7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zh-CN"/>
          </a:p>
        </c:txPr>
      </c:legendEntry>
      <c:legendEntry>
        <c:idx val="2"/>
        <c:txPr>
          <a:bodyPr rot="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rgbClr val="001B7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zh-CN"/>
          </a:p>
        </c:txPr>
      </c:legendEntry>
      <c:legendEntry>
        <c:idx val="3"/>
        <c:txPr>
          <a:bodyPr rot="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rgbClr val="001B7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zh-CN"/>
          </a:p>
        </c:txPr>
      </c:legendEntry>
      <c:legendEntry>
        <c:idx val="4"/>
        <c:txPr>
          <a:bodyPr rot="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rgbClr val="001B7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zh-CN"/>
          </a:p>
        </c:txPr>
      </c:legendEntry>
      <c:legendEntry>
        <c:idx val="5"/>
        <c:txPr>
          <a:bodyPr rot="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rgbClr val="001B7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zh-CN"/>
          </a:p>
        </c:txPr>
      </c:legendEntry>
      <c:legendEntry>
        <c:idx val="6"/>
        <c:txPr>
          <a:bodyPr rot="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rgbClr val="001B7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zh-CN"/>
          </a:p>
        </c:txPr>
      </c:legendEntry>
      <c:layout>
        <c:manualLayout>
          <c:xMode val="edge"/>
          <c:yMode val="edge"/>
          <c:x val="0.72056497372130657"/>
          <c:y val="0.23026675851480399"/>
          <c:w val="0.24631125718087762"/>
          <c:h val="0.60697960708651189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00" b="0" i="0" u="none" strike="noStrike" kern="1200" baseline="0">
              <a:solidFill>
                <a:srgbClr val="001B71"/>
              </a:solidFill>
              <a:latin typeface="Frutiger 55 Roman" pitchFamily="2" charset="0"/>
              <a:ea typeface="+mn-ea"/>
              <a:cs typeface="+mn-cs"/>
            </a:defRPr>
          </a:pPr>
          <a:endParaRPr lang="zh-CN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0"/>
          <a:lstStyle/>
          <a:p>
            <a:pPr>
              <a:defRPr sz="1400" b="0" i="0" u="none" strike="noStrike" kern="1200" spc="0" baseline="0">
                <a:solidFill>
                  <a:srgbClr val="001B7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r>
              <a:rPr lang="en-US" sz="1400" b="1" i="0" dirty="0">
                <a:solidFill>
                  <a:srgbClr val="001B7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Example</a:t>
            </a:r>
          </a:p>
        </c:rich>
      </c:tx>
      <c:layout>
        <c:manualLayout>
          <c:xMode val="edge"/>
          <c:yMode val="edge"/>
          <c:x val="0.39648043799212601"/>
          <c:y val="1.4062499134934847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0"/>
        <a:lstStyle/>
        <a:p>
          <a:pPr>
            <a:defRPr sz="1400" b="0" i="0" u="none" strike="noStrike" kern="1200" spc="0" baseline="0">
              <a:solidFill>
                <a:srgbClr val="001B71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defRPr>
          </a:pPr>
          <a:endParaRPr lang="zh-CN"/>
        </a:p>
      </c:txPr>
    </c:title>
    <c:autoTitleDeleted val="0"/>
    <c:plotArea>
      <c:layout>
        <c:manualLayout>
          <c:layoutTarget val="inner"/>
          <c:xMode val="edge"/>
          <c:yMode val="edge"/>
          <c:x val="0.18017085530237922"/>
          <c:y val="0.11931885404850991"/>
          <c:w val="0.59848297447332355"/>
          <c:h val="0.80052066313077841"/>
        </c:manualLayout>
      </c:layout>
      <c:barChart>
        <c:barDir val="bar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invertIfNegative val="0"/>
          <c:dPt>
            <c:idx val="0"/>
            <c:invertIfNegative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4E79-46EC-ACD0-05064C0E4F15}"/>
              </c:ext>
            </c:extLst>
          </c:dPt>
          <c:dPt>
            <c:idx val="1"/>
            <c:invertIfNegative val="0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4E79-46EC-ACD0-05064C0E4F15}"/>
              </c:ext>
            </c:extLst>
          </c:dPt>
          <c:dPt>
            <c:idx val="2"/>
            <c:invertIfNegative val="0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4E79-46EC-ACD0-05064C0E4F15}"/>
              </c:ext>
            </c:extLst>
          </c:dPt>
          <c:dPt>
            <c:idx val="3"/>
            <c:invertIfNegative val="0"/>
            <c:bubble3D val="0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4E79-46EC-ACD0-05064C0E4F15}"/>
              </c:ext>
            </c:extLst>
          </c:dPt>
          <c:dPt>
            <c:idx val="4"/>
            <c:invertIfNegative val="0"/>
            <c:bubble3D val="0"/>
            <c:spPr>
              <a:solidFill>
                <a:schemeClr val="accent5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9-4E79-46EC-ACD0-05064C0E4F15}"/>
              </c:ext>
            </c:extLst>
          </c:dPt>
          <c:dPt>
            <c:idx val="5"/>
            <c:invertIfNegative val="0"/>
            <c:bubble3D val="0"/>
            <c:spPr>
              <a:solidFill>
                <a:schemeClr val="accent6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B-4E79-46EC-ACD0-05064C0E4F15}"/>
              </c:ext>
            </c:extLst>
          </c:dPt>
          <c:dPt>
            <c:idx val="6"/>
            <c:invertIfNegative val="0"/>
            <c:bubble3D val="0"/>
            <c:spPr>
              <a:solidFill>
                <a:schemeClr val="accent1">
                  <a:lumMod val="6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D-4E79-46EC-ACD0-05064C0E4F15}"/>
              </c:ext>
            </c:extLst>
          </c:dPt>
          <c:cat>
            <c:strRef>
              <c:f>Sheet1!$A$2:$A$8</c:f>
              <c:strCache>
                <c:ptCount val="7"/>
                <c:pt idx="0">
                  <c:v>Lorem ipsum</c:v>
                </c:pt>
                <c:pt idx="1">
                  <c:v>Lorem ipsum</c:v>
                </c:pt>
                <c:pt idx="2">
                  <c:v>Lorem ipsum</c:v>
                </c:pt>
                <c:pt idx="3">
                  <c:v>Lorem ipsum</c:v>
                </c:pt>
                <c:pt idx="4">
                  <c:v>Lorem ipsum</c:v>
                </c:pt>
                <c:pt idx="5">
                  <c:v>Lorem ipsum</c:v>
                </c:pt>
                <c:pt idx="6">
                  <c:v>Lorem ipsum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7</c:v>
                </c:pt>
                <c:pt idx="1">
                  <c:v>6</c:v>
                </c:pt>
                <c:pt idx="2">
                  <c:v>5</c:v>
                </c:pt>
                <c:pt idx="3">
                  <c:v>4</c:v>
                </c:pt>
                <c:pt idx="4">
                  <c:v>3</c:v>
                </c:pt>
                <c:pt idx="5">
                  <c:v>2</c:v>
                </c:pt>
                <c:pt idx="6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E-4E79-46EC-ACD0-05064C0E4F1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79"/>
        <c:axId val="853237616"/>
        <c:axId val="774982448"/>
      </c:barChart>
      <c:valAx>
        <c:axId val="774982448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rgbClr val="001B71"/>
                </a:solidFill>
                <a:latin typeface="Frutiger 55 Roman" pitchFamily="2" charset="0"/>
                <a:ea typeface="+mn-ea"/>
                <a:cs typeface="+mn-cs"/>
              </a:defRPr>
            </a:pPr>
            <a:endParaRPr lang="zh-CN"/>
          </a:p>
        </c:txPr>
        <c:crossAx val="853237616"/>
        <c:crosses val="autoZero"/>
        <c:crossBetween val="between"/>
      </c:valAx>
      <c:catAx>
        <c:axId val="853237616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rgbClr val="001B71"/>
                </a:solidFill>
                <a:latin typeface="+mj-lt"/>
                <a:ea typeface="+mn-ea"/>
                <a:cs typeface="+mn-cs"/>
              </a:defRPr>
            </a:pPr>
            <a:endParaRPr lang="zh-CN"/>
          </a:p>
        </c:txPr>
        <c:crossAx val="774982448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r"/>
      <c:legendEntry>
        <c:idx val="0"/>
        <c:txPr>
          <a:bodyPr rot="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rgbClr val="001B7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zh-CN"/>
          </a:p>
        </c:txPr>
      </c:legendEntry>
      <c:legendEntry>
        <c:idx val="1"/>
        <c:txPr>
          <a:bodyPr rot="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rgbClr val="001B7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zh-CN"/>
          </a:p>
        </c:txPr>
      </c:legendEntry>
      <c:legendEntry>
        <c:idx val="2"/>
        <c:txPr>
          <a:bodyPr rot="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rgbClr val="001B7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zh-CN"/>
          </a:p>
        </c:txPr>
      </c:legendEntry>
      <c:legendEntry>
        <c:idx val="3"/>
        <c:txPr>
          <a:bodyPr rot="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rgbClr val="001B7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zh-CN"/>
          </a:p>
        </c:txPr>
      </c:legendEntry>
      <c:legendEntry>
        <c:idx val="4"/>
        <c:txPr>
          <a:bodyPr rot="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rgbClr val="001B7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zh-CN"/>
          </a:p>
        </c:txPr>
      </c:legendEntry>
      <c:legendEntry>
        <c:idx val="5"/>
        <c:txPr>
          <a:bodyPr rot="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rgbClr val="001B7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zh-CN"/>
          </a:p>
        </c:txPr>
      </c:legendEntry>
      <c:legendEntry>
        <c:idx val="6"/>
        <c:txPr>
          <a:bodyPr rot="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rgbClr val="001B7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zh-CN"/>
          </a:p>
        </c:txPr>
      </c:legendEntry>
      <c:layout>
        <c:manualLayout>
          <c:xMode val="edge"/>
          <c:yMode val="edge"/>
          <c:x val="0.72396512040726835"/>
          <c:y val="9.6391868962480462E-2"/>
          <c:w val="0.2760348679438433"/>
          <c:h val="0.80923730636217983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00" b="0" i="0" u="none" strike="noStrike" kern="1200" baseline="0">
              <a:solidFill>
                <a:srgbClr val="001B71"/>
              </a:solidFill>
              <a:latin typeface="Frutiger 55 Roman" pitchFamily="2" charset="0"/>
              <a:ea typeface="+mn-ea"/>
              <a:cs typeface="+mn-cs"/>
            </a:defRPr>
          </a:pPr>
          <a:endParaRPr lang="zh-CN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49664FB5-82AF-48A4-80F1-9AEEE0DF4B0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CF0742E-D5E1-4FF3-A442-958EA2A78699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6D066F8-4FE9-4315-A56E-3EA256F5907F}" type="datetimeFigureOut">
              <a:rPr lang="en-GB" smtClean="0"/>
              <a:t>20/04/2026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1F2F771-FAFF-4FF6-AE5C-96F43E8CB75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8EB88F3-0CB9-4921-9214-BFA9C4B8084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6F73B9F-E786-4DE9-B054-AF2D3B64239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3511527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4AD6F77-CFCE-A445-8E2C-54D16F9EECCC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0942D00-D33B-6747-961F-9152114FB4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14035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685783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1pPr>
    <a:lvl2pPr marL="342892" algn="l" defTabSz="685783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2pPr>
    <a:lvl3pPr marL="685783" algn="l" defTabSz="685783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3pPr>
    <a:lvl4pPr marL="1028675" algn="l" defTabSz="685783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4pPr>
    <a:lvl5pPr marL="1371566" algn="l" defTabSz="685783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5pPr>
    <a:lvl6pPr marL="1714457" algn="l" defTabSz="685783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6pPr>
    <a:lvl7pPr marL="2057348" algn="l" defTabSz="685783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7pPr>
    <a:lvl8pPr marL="2400240" algn="l" defTabSz="685783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8pPr>
    <a:lvl9pPr marL="2743132" algn="l" defTabSz="685783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rt Cover 1">
    <p:bg>
      <p:bgPr>
        <a:solidFill>
          <a:srgbClr val="1C3D7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2"/>
          <p:cNvSpPr>
            <a:spLocks noGrp="1"/>
          </p:cNvSpPr>
          <p:nvPr>
            <p:ph sz="quarter" idx="10" hasCustomPrompt="1"/>
          </p:nvPr>
        </p:nvSpPr>
        <p:spPr>
          <a:xfrm>
            <a:off x="943599" y="1751595"/>
            <a:ext cx="7870825" cy="11715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40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Title page – </a:t>
            </a:r>
            <a:br>
              <a:rPr lang="en-US" dirty="0"/>
            </a:br>
            <a:r>
              <a:rPr lang="en-US" dirty="0"/>
              <a:t>Arial Bold 40pt</a:t>
            </a:r>
          </a:p>
        </p:txBody>
      </p:sp>
      <p:sp>
        <p:nvSpPr>
          <p:cNvPr id="8" name="Content Placeholder 2"/>
          <p:cNvSpPr>
            <a:spLocks noGrp="1"/>
          </p:cNvSpPr>
          <p:nvPr>
            <p:ph sz="quarter" idx="11" hasCustomPrompt="1"/>
          </p:nvPr>
        </p:nvSpPr>
        <p:spPr>
          <a:xfrm>
            <a:off x="943598" y="2973637"/>
            <a:ext cx="7870825" cy="11715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Insert sub-heading / date</a:t>
            </a:r>
          </a:p>
        </p:txBody>
      </p:sp>
    </p:spTree>
    <p:extLst>
      <p:ext uri="{BB962C8B-B14F-4D97-AF65-F5344CB8AC3E}">
        <p14:creationId xmlns:p14="http://schemas.microsoft.com/office/powerpoint/2010/main" val="40104469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bg>
      <p:bgPr>
        <a:gradFill>
          <a:gsLst>
            <a:gs pos="12000">
              <a:srgbClr val="1C3D74"/>
            </a:gs>
            <a:gs pos="100000">
              <a:srgbClr val="2DB8C5"/>
            </a:gs>
          </a:gsLst>
          <a:lin ang="19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/>
          <p:cNvSpPr>
            <a:spLocks noGrp="1"/>
          </p:cNvSpPr>
          <p:nvPr>
            <p:ph sz="quarter" idx="10" hasCustomPrompt="1"/>
          </p:nvPr>
        </p:nvSpPr>
        <p:spPr>
          <a:xfrm>
            <a:off x="943599" y="1751595"/>
            <a:ext cx="7870825" cy="11715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40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Title page – </a:t>
            </a:r>
            <a:br>
              <a:rPr lang="en-US" dirty="0"/>
            </a:br>
            <a:r>
              <a:rPr lang="en-US" dirty="0"/>
              <a:t>Arial Bold 40pt</a:t>
            </a:r>
          </a:p>
        </p:txBody>
      </p:sp>
      <p:sp>
        <p:nvSpPr>
          <p:cNvPr id="5" name="Content Placeholder 2"/>
          <p:cNvSpPr>
            <a:spLocks noGrp="1"/>
          </p:cNvSpPr>
          <p:nvPr>
            <p:ph sz="quarter" idx="11" hasCustomPrompt="1"/>
          </p:nvPr>
        </p:nvSpPr>
        <p:spPr>
          <a:xfrm>
            <a:off x="943598" y="2973637"/>
            <a:ext cx="7870825" cy="11715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Insert sub-heading / date</a:t>
            </a:r>
          </a:p>
        </p:txBody>
      </p:sp>
    </p:spTree>
    <p:extLst>
      <p:ext uri="{BB962C8B-B14F-4D97-AF65-F5344CB8AC3E}">
        <p14:creationId xmlns:p14="http://schemas.microsoft.com/office/powerpoint/2010/main" val="12803259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Custom Layout">
    <p:bg>
      <p:bgPr>
        <a:gradFill flip="none" rotWithShape="1">
          <a:gsLst>
            <a:gs pos="74000">
              <a:srgbClr val="10746A"/>
            </a:gs>
            <a:gs pos="18000">
              <a:srgbClr val="0096E3">
                <a:lumMod val="90000"/>
                <a:lumOff val="10000"/>
              </a:srgbClr>
            </a:gs>
          </a:gsLst>
          <a:path path="circle">
            <a:fillToRect l="100000" t="100000"/>
          </a:path>
          <a:tileRect r="-100000" b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/>
          <p:cNvSpPr>
            <a:spLocks noGrp="1"/>
          </p:cNvSpPr>
          <p:nvPr>
            <p:ph sz="quarter" idx="10" hasCustomPrompt="1"/>
          </p:nvPr>
        </p:nvSpPr>
        <p:spPr>
          <a:xfrm>
            <a:off x="943599" y="1751595"/>
            <a:ext cx="7870825" cy="11715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40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Title page – </a:t>
            </a:r>
            <a:br>
              <a:rPr lang="en-US" dirty="0"/>
            </a:br>
            <a:r>
              <a:rPr lang="en-US" dirty="0"/>
              <a:t>Arial Bold 40pt</a:t>
            </a:r>
          </a:p>
        </p:txBody>
      </p:sp>
      <p:sp>
        <p:nvSpPr>
          <p:cNvPr id="5" name="Content Placeholder 2"/>
          <p:cNvSpPr>
            <a:spLocks noGrp="1"/>
          </p:cNvSpPr>
          <p:nvPr>
            <p:ph sz="quarter" idx="11" hasCustomPrompt="1"/>
          </p:nvPr>
        </p:nvSpPr>
        <p:spPr>
          <a:xfrm>
            <a:off x="943598" y="2973637"/>
            <a:ext cx="7870825" cy="11715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Insert sub-heading / date</a:t>
            </a:r>
          </a:p>
        </p:txBody>
      </p:sp>
    </p:spTree>
    <p:extLst>
      <p:ext uri="{BB962C8B-B14F-4D97-AF65-F5344CB8AC3E}">
        <p14:creationId xmlns:p14="http://schemas.microsoft.com/office/powerpoint/2010/main" val="31936945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Custom Layout">
    <p:bg>
      <p:bgPr>
        <a:gradFill flip="none" rotWithShape="1">
          <a:gsLst>
            <a:gs pos="0">
              <a:srgbClr val="73B82B">
                <a:lumMod val="88000"/>
                <a:lumOff val="12000"/>
              </a:srgbClr>
            </a:gs>
            <a:gs pos="97312">
              <a:srgbClr val="10746A"/>
            </a:gs>
            <a:gs pos="59000">
              <a:srgbClr val="10746A">
                <a:lumMod val="94000"/>
                <a:lumOff val="6000"/>
              </a:srgbClr>
            </a:gs>
          </a:gsLst>
          <a:lin ang="12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/>
          <p:cNvSpPr>
            <a:spLocks noGrp="1"/>
          </p:cNvSpPr>
          <p:nvPr>
            <p:ph sz="quarter" idx="10" hasCustomPrompt="1"/>
          </p:nvPr>
        </p:nvSpPr>
        <p:spPr>
          <a:xfrm>
            <a:off x="943599" y="1751595"/>
            <a:ext cx="7870825" cy="11715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40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Title page – </a:t>
            </a:r>
            <a:br>
              <a:rPr lang="en-US" dirty="0"/>
            </a:br>
            <a:r>
              <a:rPr lang="en-US" dirty="0"/>
              <a:t>Arial Bold 40pt</a:t>
            </a:r>
          </a:p>
        </p:txBody>
      </p:sp>
      <p:sp>
        <p:nvSpPr>
          <p:cNvPr id="5" name="Content Placeholder 2"/>
          <p:cNvSpPr>
            <a:spLocks noGrp="1"/>
          </p:cNvSpPr>
          <p:nvPr>
            <p:ph sz="quarter" idx="11" hasCustomPrompt="1"/>
          </p:nvPr>
        </p:nvSpPr>
        <p:spPr>
          <a:xfrm>
            <a:off x="943598" y="2973637"/>
            <a:ext cx="7870825" cy="11715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Insert sub-heading / date</a:t>
            </a:r>
          </a:p>
        </p:txBody>
      </p:sp>
    </p:spTree>
    <p:extLst>
      <p:ext uri="{BB962C8B-B14F-4D97-AF65-F5344CB8AC3E}">
        <p14:creationId xmlns:p14="http://schemas.microsoft.com/office/powerpoint/2010/main" val="16607723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Custom Layout">
    <p:bg>
      <p:bgPr>
        <a:gradFill>
          <a:gsLst>
            <a:gs pos="0">
              <a:srgbClr val="73B82B">
                <a:lumMod val="88000"/>
                <a:lumOff val="12000"/>
              </a:srgbClr>
            </a:gs>
            <a:gs pos="69000">
              <a:srgbClr val="2DB8C5"/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/>
          <p:cNvSpPr>
            <a:spLocks noGrp="1"/>
          </p:cNvSpPr>
          <p:nvPr>
            <p:ph sz="quarter" idx="10" hasCustomPrompt="1"/>
          </p:nvPr>
        </p:nvSpPr>
        <p:spPr>
          <a:xfrm>
            <a:off x="943599" y="1751595"/>
            <a:ext cx="7870825" cy="11715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40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Title page – </a:t>
            </a:r>
            <a:br>
              <a:rPr lang="en-US" dirty="0"/>
            </a:br>
            <a:r>
              <a:rPr lang="en-US" dirty="0"/>
              <a:t>Arial Bold 40pt</a:t>
            </a:r>
          </a:p>
        </p:txBody>
      </p:sp>
      <p:sp>
        <p:nvSpPr>
          <p:cNvPr id="5" name="Content Placeholder 2"/>
          <p:cNvSpPr>
            <a:spLocks noGrp="1"/>
          </p:cNvSpPr>
          <p:nvPr>
            <p:ph sz="quarter" idx="11" hasCustomPrompt="1"/>
          </p:nvPr>
        </p:nvSpPr>
        <p:spPr>
          <a:xfrm>
            <a:off x="943598" y="2973637"/>
            <a:ext cx="7870825" cy="11715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Insert sub-heading / date</a:t>
            </a:r>
          </a:p>
        </p:txBody>
      </p:sp>
    </p:spTree>
    <p:extLst>
      <p:ext uri="{BB962C8B-B14F-4D97-AF65-F5344CB8AC3E}">
        <p14:creationId xmlns:p14="http://schemas.microsoft.com/office/powerpoint/2010/main" val="1418779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Custom Layout">
    <p:bg>
      <p:bgPr>
        <a:gradFill flip="none" rotWithShape="1">
          <a:gsLst>
            <a:gs pos="85484">
              <a:srgbClr val="8D3786"/>
            </a:gs>
            <a:gs pos="19000">
              <a:srgbClr val="EC008C"/>
            </a:gs>
          </a:gsLst>
          <a:path path="circle">
            <a:fillToRect l="100000" t="100000"/>
          </a:path>
          <a:tileRect r="-100000" b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/>
          <p:cNvSpPr>
            <a:spLocks noGrp="1"/>
          </p:cNvSpPr>
          <p:nvPr>
            <p:ph sz="quarter" idx="10" hasCustomPrompt="1"/>
          </p:nvPr>
        </p:nvSpPr>
        <p:spPr>
          <a:xfrm>
            <a:off x="943599" y="1751595"/>
            <a:ext cx="7870825" cy="11715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40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Title page – </a:t>
            </a:r>
            <a:br>
              <a:rPr lang="en-US" dirty="0"/>
            </a:br>
            <a:r>
              <a:rPr lang="en-US" dirty="0"/>
              <a:t>Arial Bold 40pt</a:t>
            </a:r>
          </a:p>
        </p:txBody>
      </p:sp>
      <p:sp>
        <p:nvSpPr>
          <p:cNvPr id="5" name="Content Placeholder 2"/>
          <p:cNvSpPr>
            <a:spLocks noGrp="1"/>
          </p:cNvSpPr>
          <p:nvPr>
            <p:ph sz="quarter" idx="11" hasCustomPrompt="1"/>
          </p:nvPr>
        </p:nvSpPr>
        <p:spPr>
          <a:xfrm>
            <a:off x="943598" y="2973637"/>
            <a:ext cx="7870825" cy="11715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Insert sub-heading / date</a:t>
            </a:r>
          </a:p>
        </p:txBody>
      </p:sp>
    </p:spTree>
    <p:extLst>
      <p:ext uri="{BB962C8B-B14F-4D97-AF65-F5344CB8AC3E}">
        <p14:creationId xmlns:p14="http://schemas.microsoft.com/office/powerpoint/2010/main" val="10555885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Custom Layout">
    <p:bg>
      <p:bgPr>
        <a:gradFill flip="none" rotWithShape="1">
          <a:gsLst>
            <a:gs pos="3226">
              <a:srgbClr val="8D3786"/>
            </a:gs>
            <a:gs pos="35000">
              <a:srgbClr val="8D3786"/>
            </a:gs>
            <a:gs pos="100000">
              <a:srgbClr val="F18500"/>
            </a:gs>
          </a:gsLst>
          <a:lin ang="198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/>
          <p:cNvSpPr>
            <a:spLocks noGrp="1"/>
          </p:cNvSpPr>
          <p:nvPr>
            <p:ph sz="quarter" idx="10" hasCustomPrompt="1"/>
          </p:nvPr>
        </p:nvSpPr>
        <p:spPr>
          <a:xfrm>
            <a:off x="943599" y="1751595"/>
            <a:ext cx="7870825" cy="11715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40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Title page – </a:t>
            </a:r>
            <a:br>
              <a:rPr lang="en-US" dirty="0"/>
            </a:br>
            <a:r>
              <a:rPr lang="en-US" dirty="0"/>
              <a:t>Arial Bold 40pt</a:t>
            </a:r>
          </a:p>
        </p:txBody>
      </p:sp>
      <p:sp>
        <p:nvSpPr>
          <p:cNvPr id="5" name="Content Placeholder 2"/>
          <p:cNvSpPr>
            <a:spLocks noGrp="1"/>
          </p:cNvSpPr>
          <p:nvPr>
            <p:ph sz="quarter" idx="11" hasCustomPrompt="1"/>
          </p:nvPr>
        </p:nvSpPr>
        <p:spPr>
          <a:xfrm>
            <a:off x="943598" y="2973637"/>
            <a:ext cx="7870825" cy="11715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Insert sub-heading / date</a:t>
            </a:r>
          </a:p>
        </p:txBody>
      </p:sp>
    </p:spTree>
    <p:extLst>
      <p:ext uri="{BB962C8B-B14F-4D97-AF65-F5344CB8AC3E}">
        <p14:creationId xmlns:p14="http://schemas.microsoft.com/office/powerpoint/2010/main" val="30868620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Content 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Content Placeholder 2"/>
          <p:cNvSpPr>
            <a:spLocks noGrp="1"/>
          </p:cNvSpPr>
          <p:nvPr>
            <p:ph sz="quarter" idx="10" hasCustomPrompt="1"/>
          </p:nvPr>
        </p:nvSpPr>
        <p:spPr>
          <a:xfrm>
            <a:off x="186596" y="262396"/>
            <a:ext cx="8672097" cy="103637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500" b="1">
                <a:solidFill>
                  <a:srgbClr val="1C3D74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slide title (up to 2 lines) – </a:t>
            </a:r>
            <a:br>
              <a:rPr lang="en-US" dirty="0"/>
            </a:br>
            <a:r>
              <a:rPr lang="en-US" dirty="0"/>
              <a:t>Arial Bold 25pt title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BF9F98BB-2095-434E-97D1-3636B7E7563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6596" y="1311275"/>
            <a:ext cx="8672097" cy="2952750"/>
          </a:xfrm>
          <a:prstGeom prst="rect">
            <a:avLst/>
          </a:prstGeom>
        </p:spPr>
        <p:txBody>
          <a:bodyPr/>
          <a:lstStyle>
            <a:lvl1pPr marL="285750" indent="-285750">
              <a:buFont typeface="Arial" panose="020B0604020202020204" pitchFamily="34" charset="0"/>
              <a:buChar char="•"/>
              <a:defRPr sz="1400">
                <a:solidFill>
                  <a:srgbClr val="1C3D74"/>
                </a:solidFill>
                <a:latin typeface="+mj-lt"/>
              </a:defRPr>
            </a:lvl1pPr>
            <a:lvl2pPr>
              <a:buFont typeface="Arial" panose="020B0604020202020204" pitchFamily="34" charset="0"/>
              <a:buChar char="-"/>
              <a:defRPr sz="1400">
                <a:solidFill>
                  <a:srgbClr val="1C3D74"/>
                </a:solidFill>
                <a:latin typeface="+mj-lt"/>
              </a:defRPr>
            </a:lvl2pPr>
            <a:lvl3pPr>
              <a:defRPr>
                <a:solidFill>
                  <a:srgbClr val="1C3D74"/>
                </a:solidFill>
                <a:latin typeface="+mj-lt"/>
              </a:defRPr>
            </a:lvl3pPr>
            <a:lvl4pPr>
              <a:defRPr>
                <a:solidFill>
                  <a:srgbClr val="1C3D74"/>
                </a:solidFill>
                <a:latin typeface="+mj-lt"/>
              </a:defRPr>
            </a:lvl4pPr>
            <a:lvl5pPr>
              <a:defRPr>
                <a:solidFill>
                  <a:srgbClr val="1C3D74"/>
                </a:solidFill>
                <a:latin typeface="+mj-lt"/>
              </a:defRPr>
            </a:lvl5pPr>
          </a:lstStyle>
          <a:p>
            <a:pPr marL="0" indent="0">
              <a:buNone/>
            </a:pPr>
            <a:r>
              <a:rPr lang="en-US" dirty="0"/>
              <a:t>Click to edit Master title style – Arial Regular 14pt</a:t>
            </a:r>
          </a:p>
          <a:p>
            <a:r>
              <a:rPr lang="en-US" dirty="0"/>
              <a:t>Bullet points</a:t>
            </a:r>
          </a:p>
          <a:p>
            <a:pPr>
              <a:defRPr/>
            </a:pPr>
            <a:r>
              <a:rPr lang="en-US" dirty="0"/>
              <a:t>Bullet points</a:t>
            </a:r>
          </a:p>
          <a:p>
            <a:pPr>
              <a:defRPr/>
            </a:pPr>
            <a:r>
              <a:rPr lang="en-US" dirty="0"/>
              <a:t>Bullet points</a:t>
            </a:r>
          </a:p>
          <a:p>
            <a:pPr lvl="1">
              <a:buFont typeface="Arial" panose="020B0604020202020204" pitchFamily="34" charset="0"/>
              <a:buChar char="-"/>
              <a:defRPr/>
            </a:pPr>
            <a:r>
              <a:rPr lang="en-US" sz="1400" dirty="0">
                <a:solidFill>
                  <a:srgbClr val="1C3D7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Sub-bullet point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646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 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Content Placeholder 2"/>
          <p:cNvSpPr>
            <a:spLocks noGrp="1"/>
          </p:cNvSpPr>
          <p:nvPr>
            <p:ph sz="quarter" idx="10" hasCustomPrompt="1"/>
          </p:nvPr>
        </p:nvSpPr>
        <p:spPr>
          <a:xfrm>
            <a:off x="186596" y="262396"/>
            <a:ext cx="8672097" cy="103637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500" b="1">
                <a:solidFill>
                  <a:srgbClr val="1C3D74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slide title (up to 2 lines) – </a:t>
            </a:r>
            <a:br>
              <a:rPr lang="en-US" dirty="0"/>
            </a:br>
            <a:r>
              <a:rPr lang="en-US" dirty="0"/>
              <a:t>Arial Bold 25pt title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BF9F98BB-2095-434E-97D1-3636B7E7563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6596" y="1311275"/>
            <a:ext cx="4277455" cy="2952750"/>
          </a:xfrm>
          <a:prstGeom prst="rect">
            <a:avLst/>
          </a:prstGeom>
        </p:spPr>
        <p:txBody>
          <a:bodyPr/>
          <a:lstStyle>
            <a:lvl1pPr marL="285750" indent="-285750">
              <a:buFont typeface="Arial" panose="020B0604020202020204" pitchFamily="34" charset="0"/>
              <a:buChar char="•"/>
              <a:defRPr sz="1400">
                <a:solidFill>
                  <a:srgbClr val="1C3D74"/>
                </a:solidFill>
                <a:latin typeface="+mj-lt"/>
              </a:defRPr>
            </a:lvl1pPr>
            <a:lvl2pPr>
              <a:buFont typeface="Arial" panose="020B0604020202020204" pitchFamily="34" charset="0"/>
              <a:buChar char="-"/>
              <a:defRPr sz="1400">
                <a:solidFill>
                  <a:srgbClr val="1C3D74"/>
                </a:solidFill>
                <a:latin typeface="+mj-lt"/>
              </a:defRPr>
            </a:lvl2pPr>
            <a:lvl3pPr>
              <a:defRPr>
                <a:solidFill>
                  <a:srgbClr val="1C3D74"/>
                </a:solidFill>
                <a:latin typeface="+mj-lt"/>
              </a:defRPr>
            </a:lvl3pPr>
            <a:lvl4pPr>
              <a:defRPr>
                <a:solidFill>
                  <a:srgbClr val="1C3D74"/>
                </a:solidFill>
                <a:latin typeface="+mj-lt"/>
              </a:defRPr>
            </a:lvl4pPr>
            <a:lvl5pPr>
              <a:defRPr>
                <a:solidFill>
                  <a:srgbClr val="1C3D74"/>
                </a:solidFill>
                <a:latin typeface="+mj-lt"/>
              </a:defRPr>
            </a:lvl5pPr>
          </a:lstStyle>
          <a:p>
            <a:pPr marL="0" indent="0">
              <a:buNone/>
            </a:pPr>
            <a:r>
              <a:rPr lang="en-US" dirty="0"/>
              <a:t>Click to edit Master title style – Arial Regular 14pt</a:t>
            </a:r>
          </a:p>
          <a:p>
            <a:r>
              <a:rPr lang="en-US" dirty="0"/>
              <a:t>Bullet points</a:t>
            </a:r>
          </a:p>
          <a:p>
            <a:pPr>
              <a:defRPr/>
            </a:pPr>
            <a:r>
              <a:rPr lang="en-US" dirty="0"/>
              <a:t>Bullet points</a:t>
            </a:r>
          </a:p>
          <a:p>
            <a:pPr>
              <a:defRPr/>
            </a:pPr>
            <a:r>
              <a:rPr lang="en-US" dirty="0"/>
              <a:t>Bullet points</a:t>
            </a:r>
          </a:p>
          <a:p>
            <a:pPr lvl="1">
              <a:buFont typeface="Arial" panose="020B0604020202020204" pitchFamily="34" charset="0"/>
              <a:buChar char="-"/>
              <a:defRPr/>
            </a:pPr>
            <a:r>
              <a:rPr lang="en-US" sz="1400" dirty="0">
                <a:solidFill>
                  <a:srgbClr val="1C3D7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Sub-bullet point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35C7A6F9-784D-428C-B9C4-650A70FFC07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80865" y="1311275"/>
            <a:ext cx="4277455" cy="2952750"/>
          </a:xfrm>
          <a:prstGeom prst="rect">
            <a:avLst/>
          </a:prstGeom>
        </p:spPr>
        <p:txBody>
          <a:bodyPr/>
          <a:lstStyle>
            <a:lvl1pPr marL="285750" indent="-285750">
              <a:buFont typeface="Arial" panose="020B0604020202020204" pitchFamily="34" charset="0"/>
              <a:buChar char="•"/>
              <a:defRPr sz="1400">
                <a:solidFill>
                  <a:srgbClr val="1C3D74"/>
                </a:solidFill>
                <a:latin typeface="+mj-lt"/>
              </a:defRPr>
            </a:lvl1pPr>
            <a:lvl2pPr>
              <a:buFont typeface="Arial" panose="020B0604020202020204" pitchFamily="34" charset="0"/>
              <a:buChar char="-"/>
              <a:defRPr sz="1400">
                <a:solidFill>
                  <a:srgbClr val="1C3D74"/>
                </a:solidFill>
                <a:latin typeface="+mj-lt"/>
              </a:defRPr>
            </a:lvl2pPr>
            <a:lvl3pPr>
              <a:defRPr>
                <a:solidFill>
                  <a:srgbClr val="1C3D74"/>
                </a:solidFill>
                <a:latin typeface="+mj-lt"/>
              </a:defRPr>
            </a:lvl3pPr>
            <a:lvl4pPr>
              <a:defRPr>
                <a:solidFill>
                  <a:srgbClr val="1C3D74"/>
                </a:solidFill>
                <a:latin typeface="+mj-lt"/>
              </a:defRPr>
            </a:lvl4pPr>
            <a:lvl5pPr>
              <a:defRPr>
                <a:solidFill>
                  <a:srgbClr val="1C3D74"/>
                </a:solidFill>
                <a:latin typeface="+mj-lt"/>
              </a:defRPr>
            </a:lvl5pPr>
          </a:lstStyle>
          <a:p>
            <a:pPr marL="0" indent="0">
              <a:buNone/>
            </a:pPr>
            <a:r>
              <a:rPr lang="en-US" dirty="0"/>
              <a:t>Click to edit Master title style – Arial Regular 14pt</a:t>
            </a:r>
          </a:p>
          <a:p>
            <a:r>
              <a:rPr lang="en-US" dirty="0"/>
              <a:t>Bullet points</a:t>
            </a:r>
          </a:p>
          <a:p>
            <a:pPr>
              <a:defRPr/>
            </a:pPr>
            <a:r>
              <a:rPr lang="en-US" dirty="0"/>
              <a:t>Bullet points</a:t>
            </a:r>
          </a:p>
          <a:p>
            <a:pPr>
              <a:defRPr/>
            </a:pPr>
            <a:r>
              <a:rPr lang="en-US" dirty="0"/>
              <a:t>Bullet points</a:t>
            </a:r>
          </a:p>
          <a:p>
            <a:pPr lvl="1">
              <a:buFont typeface="Arial" panose="020B0604020202020204" pitchFamily="34" charset="0"/>
              <a:buChar char="-"/>
              <a:defRPr/>
            </a:pPr>
            <a:r>
              <a:rPr lang="en-US" sz="1400" dirty="0">
                <a:solidFill>
                  <a:srgbClr val="1C3D7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Sub-bullet point</a:t>
            </a:r>
          </a:p>
        </p:txBody>
      </p:sp>
    </p:spTree>
    <p:extLst>
      <p:ext uri="{BB962C8B-B14F-4D97-AF65-F5344CB8AC3E}">
        <p14:creationId xmlns:p14="http://schemas.microsoft.com/office/powerpoint/2010/main" val="31022035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lide text + image +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B6C74048-C75E-FD4A-A2F0-C36E16C2A344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4679950" y="1311276"/>
            <a:ext cx="4186238" cy="2791997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anchor="ctr"/>
          <a:lstStyle>
            <a:lvl1pPr marL="0" indent="0" algn="ctr">
              <a:buNone/>
              <a:defRPr sz="1600" b="0" i="0">
                <a:solidFill>
                  <a:schemeClr val="tx2"/>
                </a:solidFill>
                <a:latin typeface="4 Text" pitchFamily="2" charset="77"/>
              </a:defRPr>
            </a:lvl1pPr>
          </a:lstStyle>
          <a:p>
            <a:r>
              <a:rPr lang="en-US" dirty="0"/>
              <a:t>Drag and drop image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C8558A91-5849-F74E-9FFB-8BB3E3F86F0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679950" y="4176072"/>
            <a:ext cx="4186238" cy="8795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000" b="0" i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342900" indent="0">
              <a:buNone/>
              <a:defRPr sz="1000">
                <a:solidFill>
                  <a:schemeClr val="accent5"/>
                </a:solidFill>
                <a:latin typeface="Channel 4 Chadwick" pitchFamily="2" charset="77"/>
              </a:defRPr>
            </a:lvl2pPr>
            <a:lvl3pPr marL="685800" indent="0">
              <a:buNone/>
              <a:defRPr sz="1000">
                <a:solidFill>
                  <a:schemeClr val="accent5"/>
                </a:solidFill>
                <a:latin typeface="Channel 4 Chadwick" pitchFamily="2" charset="77"/>
              </a:defRPr>
            </a:lvl3pPr>
            <a:lvl4pPr marL="1028700" indent="0">
              <a:buNone/>
              <a:defRPr sz="1000">
                <a:solidFill>
                  <a:schemeClr val="accent5"/>
                </a:solidFill>
                <a:latin typeface="Channel 4 Chadwick" pitchFamily="2" charset="77"/>
              </a:defRPr>
            </a:lvl4pPr>
            <a:lvl5pPr marL="1371600" indent="0">
              <a:buNone/>
              <a:defRPr sz="1000">
                <a:solidFill>
                  <a:schemeClr val="accent5"/>
                </a:solidFill>
                <a:latin typeface="Channel 4 Chadwick" pitchFamily="2" charset="77"/>
              </a:defRPr>
            </a:lvl5pPr>
          </a:lstStyle>
          <a:p>
            <a:pPr lvl="0"/>
            <a:r>
              <a:rPr lang="en-US" dirty="0"/>
              <a:t>Click to edit caption: Arial Regular 10pt</a:t>
            </a:r>
          </a:p>
        </p:txBody>
      </p:sp>
      <p:sp>
        <p:nvSpPr>
          <p:cNvPr id="11" name="Content Placeholder 2"/>
          <p:cNvSpPr>
            <a:spLocks noGrp="1"/>
          </p:cNvSpPr>
          <p:nvPr>
            <p:ph sz="quarter" idx="10" hasCustomPrompt="1"/>
          </p:nvPr>
        </p:nvSpPr>
        <p:spPr>
          <a:xfrm>
            <a:off x="186596" y="262396"/>
            <a:ext cx="8672097" cy="103637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500" b="1">
                <a:solidFill>
                  <a:srgbClr val="1C3D74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slide title (up to 2 lines) – </a:t>
            </a:r>
            <a:br>
              <a:rPr lang="en-US" dirty="0"/>
            </a:br>
            <a:r>
              <a:rPr lang="en-US" dirty="0"/>
              <a:t>Arial Bold 25pt title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00C9E275-0734-425E-938B-16131D4657E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6596" y="1311275"/>
            <a:ext cx="4385404" cy="2952750"/>
          </a:xfrm>
          <a:prstGeom prst="rect">
            <a:avLst/>
          </a:prstGeom>
        </p:spPr>
        <p:txBody>
          <a:bodyPr/>
          <a:lstStyle>
            <a:lvl1pPr marL="285750" indent="-285750">
              <a:buFont typeface="Arial" panose="020B0604020202020204" pitchFamily="34" charset="0"/>
              <a:buChar char="•"/>
              <a:defRPr sz="1400">
                <a:solidFill>
                  <a:srgbClr val="1C3D74"/>
                </a:solidFill>
                <a:latin typeface="+mj-lt"/>
              </a:defRPr>
            </a:lvl1pPr>
            <a:lvl2pPr>
              <a:buFont typeface="Arial" panose="020B0604020202020204" pitchFamily="34" charset="0"/>
              <a:buChar char="-"/>
              <a:defRPr sz="1400">
                <a:solidFill>
                  <a:srgbClr val="1C3D74"/>
                </a:solidFill>
                <a:latin typeface="+mj-lt"/>
              </a:defRPr>
            </a:lvl2pPr>
            <a:lvl3pPr>
              <a:defRPr>
                <a:solidFill>
                  <a:srgbClr val="1C3D74"/>
                </a:solidFill>
                <a:latin typeface="+mj-lt"/>
              </a:defRPr>
            </a:lvl3pPr>
            <a:lvl4pPr>
              <a:defRPr>
                <a:solidFill>
                  <a:srgbClr val="1C3D74"/>
                </a:solidFill>
                <a:latin typeface="+mj-lt"/>
              </a:defRPr>
            </a:lvl4pPr>
            <a:lvl5pPr>
              <a:defRPr>
                <a:solidFill>
                  <a:srgbClr val="1C3D74"/>
                </a:solidFill>
                <a:latin typeface="+mj-lt"/>
              </a:defRPr>
            </a:lvl5pPr>
          </a:lstStyle>
          <a:p>
            <a:pPr marL="0" indent="0">
              <a:buNone/>
            </a:pPr>
            <a:r>
              <a:rPr lang="en-US" dirty="0"/>
              <a:t>Click to edit Master title style – Arial Regular 14pt</a:t>
            </a:r>
          </a:p>
          <a:p>
            <a:r>
              <a:rPr lang="en-US" dirty="0"/>
              <a:t>Bullet points</a:t>
            </a:r>
          </a:p>
          <a:p>
            <a:pPr>
              <a:defRPr/>
            </a:pPr>
            <a:r>
              <a:rPr lang="en-US" dirty="0"/>
              <a:t>Bullet points</a:t>
            </a:r>
          </a:p>
          <a:p>
            <a:pPr>
              <a:defRPr/>
            </a:pPr>
            <a:r>
              <a:rPr lang="en-US" dirty="0"/>
              <a:t>Bullet points</a:t>
            </a:r>
          </a:p>
          <a:p>
            <a:pPr lvl="1">
              <a:buFont typeface="Arial" panose="020B0604020202020204" pitchFamily="34" charset="0"/>
              <a:buChar char="-"/>
              <a:defRPr/>
            </a:pPr>
            <a:r>
              <a:rPr lang="en-US" sz="1400" dirty="0">
                <a:solidFill>
                  <a:srgbClr val="1C3D7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Sub-bullet point</a:t>
            </a:r>
          </a:p>
          <a:p>
            <a:pPr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08282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lide text + image + capt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B6C74048-C75E-FD4A-A2F0-C36E16C2A344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6767512" y="1311276"/>
            <a:ext cx="2098675" cy="2773707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anchor="ctr"/>
          <a:lstStyle>
            <a:lvl1pPr marL="0" indent="0" algn="ctr">
              <a:buNone/>
              <a:defRPr sz="1600" b="0" i="0">
                <a:solidFill>
                  <a:schemeClr val="tx2"/>
                </a:solidFill>
                <a:latin typeface="4 Text" pitchFamily="2" charset="77"/>
              </a:defRPr>
            </a:lvl1pPr>
          </a:lstStyle>
          <a:p>
            <a:r>
              <a:rPr lang="en-US" dirty="0"/>
              <a:t>Drag and drop image</a:t>
            </a:r>
          </a:p>
        </p:txBody>
      </p:sp>
      <p:sp>
        <p:nvSpPr>
          <p:cNvPr id="13" name="Text Placeholder 8">
            <a:extLst>
              <a:ext uri="{FF2B5EF4-FFF2-40B4-BE49-F238E27FC236}">
                <a16:creationId xmlns:a16="http://schemas.microsoft.com/office/drawing/2014/main" id="{C8558A91-5849-F74E-9FFB-8BB3E3F86F0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767512" y="4176072"/>
            <a:ext cx="2098676" cy="8795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000" b="0" i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342900" indent="0">
              <a:buNone/>
              <a:defRPr sz="1000">
                <a:solidFill>
                  <a:schemeClr val="accent5"/>
                </a:solidFill>
                <a:latin typeface="Channel 4 Chadwick" pitchFamily="2" charset="77"/>
              </a:defRPr>
            </a:lvl2pPr>
            <a:lvl3pPr marL="685800" indent="0">
              <a:buNone/>
              <a:defRPr sz="1000">
                <a:solidFill>
                  <a:schemeClr val="accent5"/>
                </a:solidFill>
                <a:latin typeface="Channel 4 Chadwick" pitchFamily="2" charset="77"/>
              </a:defRPr>
            </a:lvl3pPr>
            <a:lvl4pPr marL="1028700" indent="0">
              <a:buNone/>
              <a:defRPr sz="1000">
                <a:solidFill>
                  <a:schemeClr val="accent5"/>
                </a:solidFill>
                <a:latin typeface="Channel 4 Chadwick" pitchFamily="2" charset="77"/>
              </a:defRPr>
            </a:lvl4pPr>
            <a:lvl5pPr marL="1371600" indent="0">
              <a:buNone/>
              <a:defRPr sz="1000">
                <a:solidFill>
                  <a:schemeClr val="accent5"/>
                </a:solidFill>
                <a:latin typeface="Channel 4 Chadwick" pitchFamily="2" charset="77"/>
              </a:defRPr>
            </a:lvl5pPr>
          </a:lstStyle>
          <a:p>
            <a:pPr lvl="0"/>
            <a:r>
              <a:rPr lang="en-US" dirty="0"/>
              <a:t>Click to edit caption: Arial Regular 10pt</a:t>
            </a:r>
          </a:p>
        </p:txBody>
      </p:sp>
      <p:sp>
        <p:nvSpPr>
          <p:cNvPr id="10" name="Content Placeholder 2"/>
          <p:cNvSpPr>
            <a:spLocks noGrp="1"/>
          </p:cNvSpPr>
          <p:nvPr>
            <p:ph sz="quarter" idx="10" hasCustomPrompt="1"/>
          </p:nvPr>
        </p:nvSpPr>
        <p:spPr>
          <a:xfrm>
            <a:off x="186596" y="262396"/>
            <a:ext cx="8672097" cy="103637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500" b="1">
                <a:solidFill>
                  <a:srgbClr val="1C3D74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slide title (up to 2 lines) – </a:t>
            </a:r>
            <a:br>
              <a:rPr lang="en-US" dirty="0"/>
            </a:br>
            <a:r>
              <a:rPr lang="en-US" dirty="0"/>
              <a:t>Arial Bold 25pt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602840F-CF0A-4B0C-876C-214741C5191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6596" y="1311275"/>
            <a:ext cx="6447286" cy="2952750"/>
          </a:xfrm>
          <a:prstGeom prst="rect">
            <a:avLst/>
          </a:prstGeom>
        </p:spPr>
        <p:txBody>
          <a:bodyPr/>
          <a:lstStyle>
            <a:lvl1pPr marL="285750" indent="-285750">
              <a:buFont typeface="Arial" panose="020B0604020202020204" pitchFamily="34" charset="0"/>
              <a:buChar char="•"/>
              <a:defRPr sz="1400">
                <a:solidFill>
                  <a:srgbClr val="1C3D74"/>
                </a:solidFill>
                <a:latin typeface="+mj-lt"/>
              </a:defRPr>
            </a:lvl1pPr>
            <a:lvl2pPr>
              <a:buFont typeface="Arial" panose="020B0604020202020204" pitchFamily="34" charset="0"/>
              <a:buChar char="-"/>
              <a:defRPr sz="1400">
                <a:solidFill>
                  <a:srgbClr val="1C3D74"/>
                </a:solidFill>
                <a:latin typeface="+mj-lt"/>
              </a:defRPr>
            </a:lvl2pPr>
            <a:lvl3pPr>
              <a:defRPr>
                <a:solidFill>
                  <a:srgbClr val="1C3D74"/>
                </a:solidFill>
                <a:latin typeface="+mj-lt"/>
              </a:defRPr>
            </a:lvl3pPr>
            <a:lvl4pPr>
              <a:defRPr>
                <a:solidFill>
                  <a:srgbClr val="1C3D74"/>
                </a:solidFill>
                <a:latin typeface="+mj-lt"/>
              </a:defRPr>
            </a:lvl4pPr>
            <a:lvl5pPr>
              <a:defRPr>
                <a:solidFill>
                  <a:srgbClr val="1C3D74"/>
                </a:solidFill>
                <a:latin typeface="+mj-lt"/>
              </a:defRPr>
            </a:lvl5pPr>
          </a:lstStyle>
          <a:p>
            <a:pPr marL="0" indent="0">
              <a:buNone/>
            </a:pPr>
            <a:r>
              <a:rPr lang="en-US" dirty="0"/>
              <a:t>Click to edit Master title style – Arial Regular 14pt</a:t>
            </a:r>
          </a:p>
          <a:p>
            <a:r>
              <a:rPr lang="en-US" dirty="0"/>
              <a:t>Bullet points</a:t>
            </a:r>
          </a:p>
          <a:p>
            <a:pPr>
              <a:defRPr/>
            </a:pPr>
            <a:r>
              <a:rPr lang="en-US" dirty="0"/>
              <a:t>Bullet points</a:t>
            </a:r>
          </a:p>
          <a:p>
            <a:pPr>
              <a:defRPr/>
            </a:pPr>
            <a:r>
              <a:rPr lang="en-US" dirty="0"/>
              <a:t>Bullet points</a:t>
            </a:r>
          </a:p>
          <a:p>
            <a:pPr lvl="1">
              <a:buFont typeface="Arial" panose="020B0604020202020204" pitchFamily="34" charset="0"/>
              <a:buChar char="-"/>
              <a:defRPr/>
            </a:pPr>
            <a:r>
              <a:rPr lang="en-US" sz="1400" dirty="0">
                <a:solidFill>
                  <a:srgbClr val="1C3D7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Sub-bullet point</a:t>
            </a:r>
          </a:p>
          <a:p>
            <a:pPr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618086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4195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lide text + image + caption 3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5">
            <a:extLst>
              <a:ext uri="{FF2B5EF4-FFF2-40B4-BE49-F238E27FC236}">
                <a16:creationId xmlns:a16="http://schemas.microsoft.com/office/drawing/2014/main" id="{EBDDE399-7978-8146-B813-A0B3CFED1CCE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767512" y="2874141"/>
            <a:ext cx="2098675" cy="1240762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anchor="ctr"/>
          <a:lstStyle>
            <a:lvl1pPr marL="0" indent="0" algn="ctr">
              <a:buNone/>
              <a:defRPr sz="1600" b="0" i="0">
                <a:solidFill>
                  <a:schemeClr val="tx2"/>
                </a:solidFill>
                <a:latin typeface="4 Text" pitchFamily="2" charset="77"/>
              </a:defRPr>
            </a:lvl1pPr>
          </a:lstStyle>
          <a:p>
            <a:r>
              <a:rPr lang="en-US" dirty="0"/>
              <a:t>Drag and drop image</a:t>
            </a:r>
          </a:p>
        </p:txBody>
      </p:sp>
      <p:sp>
        <p:nvSpPr>
          <p:cNvPr id="11" name="Picture Placeholder 5">
            <a:extLst>
              <a:ext uri="{FF2B5EF4-FFF2-40B4-BE49-F238E27FC236}">
                <a16:creationId xmlns:a16="http://schemas.microsoft.com/office/drawing/2014/main" id="{6D51F31A-86D2-8C4F-A1A9-C88372B37B39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6767513" y="1311274"/>
            <a:ext cx="2098675" cy="1242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anchor="ctr"/>
          <a:lstStyle>
            <a:lvl1pPr marL="0" indent="0" algn="ctr">
              <a:buNone/>
              <a:defRPr sz="1600" b="0" i="0">
                <a:solidFill>
                  <a:schemeClr val="tx2"/>
                </a:solidFill>
                <a:latin typeface="4 Text" pitchFamily="2" charset="77"/>
              </a:defRPr>
            </a:lvl1pPr>
          </a:lstStyle>
          <a:p>
            <a:r>
              <a:rPr lang="en-US" dirty="0"/>
              <a:t>Drag and drop image</a:t>
            </a:r>
          </a:p>
        </p:txBody>
      </p:sp>
      <p:sp>
        <p:nvSpPr>
          <p:cNvPr id="17" name="Text Placeholder 8">
            <a:extLst>
              <a:ext uri="{FF2B5EF4-FFF2-40B4-BE49-F238E27FC236}">
                <a16:creationId xmlns:a16="http://schemas.microsoft.com/office/drawing/2014/main" id="{C8558A91-5849-F74E-9FFB-8BB3E3F86F0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767511" y="2607606"/>
            <a:ext cx="2098676" cy="8795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000" b="0" i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342900" indent="0">
              <a:buNone/>
              <a:defRPr sz="1000">
                <a:solidFill>
                  <a:schemeClr val="accent5"/>
                </a:solidFill>
                <a:latin typeface="Channel 4 Chadwick" pitchFamily="2" charset="77"/>
              </a:defRPr>
            </a:lvl2pPr>
            <a:lvl3pPr marL="685800" indent="0">
              <a:buNone/>
              <a:defRPr sz="1000">
                <a:solidFill>
                  <a:schemeClr val="accent5"/>
                </a:solidFill>
                <a:latin typeface="Channel 4 Chadwick" pitchFamily="2" charset="77"/>
              </a:defRPr>
            </a:lvl3pPr>
            <a:lvl4pPr marL="1028700" indent="0">
              <a:buNone/>
              <a:defRPr sz="1000">
                <a:solidFill>
                  <a:schemeClr val="accent5"/>
                </a:solidFill>
                <a:latin typeface="Channel 4 Chadwick" pitchFamily="2" charset="77"/>
              </a:defRPr>
            </a:lvl4pPr>
            <a:lvl5pPr marL="1371600" indent="0">
              <a:buNone/>
              <a:defRPr sz="1000">
                <a:solidFill>
                  <a:schemeClr val="accent5"/>
                </a:solidFill>
                <a:latin typeface="Channel 4 Chadwick" pitchFamily="2" charset="77"/>
              </a:defRPr>
            </a:lvl5pPr>
          </a:lstStyle>
          <a:p>
            <a:pPr lvl="0"/>
            <a:r>
              <a:rPr lang="en-US" dirty="0"/>
              <a:t>Click to edit caption: Arial Regular 10pt</a:t>
            </a:r>
          </a:p>
        </p:txBody>
      </p:sp>
      <p:sp>
        <p:nvSpPr>
          <p:cNvPr id="18" name="Text Placeholder 8">
            <a:extLst>
              <a:ext uri="{FF2B5EF4-FFF2-40B4-BE49-F238E27FC236}">
                <a16:creationId xmlns:a16="http://schemas.microsoft.com/office/drawing/2014/main" id="{C8558A91-5849-F74E-9FFB-8BB3E3F86F0C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767513" y="4176072"/>
            <a:ext cx="2098676" cy="8795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000" b="0" i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342900" indent="0">
              <a:buNone/>
              <a:defRPr sz="1000">
                <a:solidFill>
                  <a:schemeClr val="accent5"/>
                </a:solidFill>
                <a:latin typeface="Channel 4 Chadwick" pitchFamily="2" charset="77"/>
              </a:defRPr>
            </a:lvl2pPr>
            <a:lvl3pPr marL="685800" indent="0">
              <a:buNone/>
              <a:defRPr sz="1000">
                <a:solidFill>
                  <a:schemeClr val="accent5"/>
                </a:solidFill>
                <a:latin typeface="Channel 4 Chadwick" pitchFamily="2" charset="77"/>
              </a:defRPr>
            </a:lvl3pPr>
            <a:lvl4pPr marL="1028700" indent="0">
              <a:buNone/>
              <a:defRPr sz="1000">
                <a:solidFill>
                  <a:schemeClr val="accent5"/>
                </a:solidFill>
                <a:latin typeface="Channel 4 Chadwick" pitchFamily="2" charset="77"/>
              </a:defRPr>
            </a:lvl4pPr>
            <a:lvl5pPr marL="1371600" indent="0">
              <a:buNone/>
              <a:defRPr sz="1000">
                <a:solidFill>
                  <a:schemeClr val="accent5"/>
                </a:solidFill>
                <a:latin typeface="Channel 4 Chadwick" pitchFamily="2" charset="77"/>
              </a:defRPr>
            </a:lvl5pPr>
          </a:lstStyle>
          <a:p>
            <a:pPr lvl="0"/>
            <a:r>
              <a:rPr lang="en-US" dirty="0"/>
              <a:t>Click to edit caption: Arial Regular 10pt</a:t>
            </a:r>
          </a:p>
        </p:txBody>
      </p:sp>
      <p:sp>
        <p:nvSpPr>
          <p:cNvPr id="13" name="Content Placeholder 2"/>
          <p:cNvSpPr>
            <a:spLocks noGrp="1"/>
          </p:cNvSpPr>
          <p:nvPr>
            <p:ph sz="quarter" idx="10" hasCustomPrompt="1"/>
          </p:nvPr>
        </p:nvSpPr>
        <p:spPr>
          <a:xfrm>
            <a:off x="186596" y="262396"/>
            <a:ext cx="8672097" cy="103637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500" b="1">
                <a:solidFill>
                  <a:srgbClr val="1C3D74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slide title (up to 2 lines) – </a:t>
            </a:r>
            <a:br>
              <a:rPr lang="en-US" dirty="0"/>
            </a:br>
            <a:r>
              <a:rPr lang="en-US" dirty="0"/>
              <a:t>Arial Bold 25pt title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739CEF63-09E5-47AB-B122-292E3DA7266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6596" y="1311275"/>
            <a:ext cx="6447286" cy="2952750"/>
          </a:xfrm>
          <a:prstGeom prst="rect">
            <a:avLst/>
          </a:prstGeom>
        </p:spPr>
        <p:txBody>
          <a:bodyPr/>
          <a:lstStyle>
            <a:lvl1pPr marL="285750" indent="-285750">
              <a:buFont typeface="Arial" panose="020B0604020202020204" pitchFamily="34" charset="0"/>
              <a:buChar char="•"/>
              <a:defRPr sz="1400">
                <a:solidFill>
                  <a:srgbClr val="1C3D74"/>
                </a:solidFill>
                <a:latin typeface="+mj-lt"/>
              </a:defRPr>
            </a:lvl1pPr>
            <a:lvl2pPr>
              <a:buFont typeface="Arial" panose="020B0604020202020204" pitchFamily="34" charset="0"/>
              <a:buChar char="-"/>
              <a:defRPr sz="1400">
                <a:solidFill>
                  <a:srgbClr val="1C3D74"/>
                </a:solidFill>
                <a:latin typeface="+mj-lt"/>
              </a:defRPr>
            </a:lvl2pPr>
            <a:lvl3pPr>
              <a:defRPr>
                <a:solidFill>
                  <a:srgbClr val="1C3D74"/>
                </a:solidFill>
                <a:latin typeface="+mj-lt"/>
              </a:defRPr>
            </a:lvl3pPr>
            <a:lvl4pPr>
              <a:defRPr>
                <a:solidFill>
                  <a:srgbClr val="1C3D74"/>
                </a:solidFill>
                <a:latin typeface="+mj-lt"/>
              </a:defRPr>
            </a:lvl4pPr>
            <a:lvl5pPr>
              <a:defRPr>
                <a:solidFill>
                  <a:srgbClr val="1C3D74"/>
                </a:solidFill>
                <a:latin typeface="+mj-lt"/>
              </a:defRPr>
            </a:lvl5pPr>
          </a:lstStyle>
          <a:p>
            <a:pPr marL="0" indent="0">
              <a:buNone/>
            </a:pPr>
            <a:r>
              <a:rPr lang="en-US" dirty="0"/>
              <a:t>Click to edit Master title style – Arial Regular 14pt</a:t>
            </a:r>
          </a:p>
          <a:p>
            <a:r>
              <a:rPr lang="en-US" dirty="0"/>
              <a:t>Bullet points</a:t>
            </a:r>
          </a:p>
          <a:p>
            <a:pPr>
              <a:defRPr/>
            </a:pPr>
            <a:r>
              <a:rPr lang="en-US" dirty="0"/>
              <a:t>Bullet points</a:t>
            </a:r>
          </a:p>
          <a:p>
            <a:pPr>
              <a:defRPr/>
            </a:pPr>
            <a:r>
              <a:rPr lang="en-US" dirty="0"/>
              <a:t>Bullet points</a:t>
            </a:r>
          </a:p>
          <a:p>
            <a:pPr lvl="1">
              <a:buFont typeface="Arial" panose="020B0604020202020204" pitchFamily="34" charset="0"/>
              <a:buChar char="-"/>
              <a:defRPr/>
            </a:pPr>
            <a:r>
              <a:rPr lang="en-US" sz="1400" dirty="0">
                <a:solidFill>
                  <a:srgbClr val="1C3D7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Sub-bullet point</a:t>
            </a:r>
          </a:p>
          <a:p>
            <a:pPr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4004983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lide text + image + caption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5">
            <a:extLst>
              <a:ext uri="{FF2B5EF4-FFF2-40B4-BE49-F238E27FC236}">
                <a16:creationId xmlns:a16="http://schemas.microsoft.com/office/drawing/2014/main" id="{DE942392-5A1D-4B43-9FC3-CF83A59FC53E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6767513" y="1311275"/>
            <a:ext cx="2098675" cy="1242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anchor="ctr"/>
          <a:lstStyle>
            <a:lvl1pPr marL="0" indent="0" algn="ctr">
              <a:buNone/>
              <a:defRPr sz="1600" b="0" i="0">
                <a:solidFill>
                  <a:schemeClr val="tx2"/>
                </a:solidFill>
                <a:latin typeface="4 Text" pitchFamily="2" charset="77"/>
              </a:defRPr>
            </a:lvl1pPr>
          </a:lstStyle>
          <a:p>
            <a:r>
              <a:rPr lang="en-US" dirty="0"/>
              <a:t>Drag and drop image</a:t>
            </a:r>
          </a:p>
        </p:txBody>
      </p:sp>
      <p:sp>
        <p:nvSpPr>
          <p:cNvPr id="18" name="Picture Placeholder 5">
            <a:extLst>
              <a:ext uri="{FF2B5EF4-FFF2-40B4-BE49-F238E27FC236}">
                <a16:creationId xmlns:a16="http://schemas.microsoft.com/office/drawing/2014/main" id="{FA0FF9DD-FA38-C644-8804-531A719824B2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4572001" y="1322602"/>
            <a:ext cx="2098675" cy="1242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anchor="ctr"/>
          <a:lstStyle>
            <a:lvl1pPr marL="0" indent="0" algn="ctr">
              <a:buNone/>
              <a:defRPr sz="1600" b="0" i="0">
                <a:solidFill>
                  <a:schemeClr val="tx2"/>
                </a:solidFill>
                <a:latin typeface="4 Text" pitchFamily="2" charset="77"/>
              </a:defRPr>
            </a:lvl1pPr>
          </a:lstStyle>
          <a:p>
            <a:r>
              <a:rPr lang="en-US" dirty="0"/>
              <a:t>Drag and drop image</a:t>
            </a:r>
          </a:p>
        </p:txBody>
      </p:sp>
      <p:sp>
        <p:nvSpPr>
          <p:cNvPr id="24" name="Text Placeholder 8">
            <a:extLst>
              <a:ext uri="{FF2B5EF4-FFF2-40B4-BE49-F238E27FC236}">
                <a16:creationId xmlns:a16="http://schemas.microsoft.com/office/drawing/2014/main" id="{C8558A91-5849-F74E-9FFB-8BB3E3F86F0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767511" y="2607606"/>
            <a:ext cx="2098676" cy="8795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000" b="0" i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342900" indent="0">
              <a:buNone/>
              <a:defRPr sz="1000">
                <a:solidFill>
                  <a:schemeClr val="accent5"/>
                </a:solidFill>
                <a:latin typeface="Channel 4 Chadwick" pitchFamily="2" charset="77"/>
              </a:defRPr>
            </a:lvl2pPr>
            <a:lvl3pPr marL="685800" indent="0">
              <a:buNone/>
              <a:defRPr sz="1000">
                <a:solidFill>
                  <a:schemeClr val="accent5"/>
                </a:solidFill>
                <a:latin typeface="Channel 4 Chadwick" pitchFamily="2" charset="77"/>
              </a:defRPr>
            </a:lvl3pPr>
            <a:lvl4pPr marL="1028700" indent="0">
              <a:buNone/>
              <a:defRPr sz="1000">
                <a:solidFill>
                  <a:schemeClr val="accent5"/>
                </a:solidFill>
                <a:latin typeface="Channel 4 Chadwick" pitchFamily="2" charset="77"/>
              </a:defRPr>
            </a:lvl4pPr>
            <a:lvl5pPr marL="1371600" indent="0">
              <a:buNone/>
              <a:defRPr sz="1000">
                <a:solidFill>
                  <a:schemeClr val="accent5"/>
                </a:solidFill>
                <a:latin typeface="Channel 4 Chadwick" pitchFamily="2" charset="77"/>
              </a:defRPr>
            </a:lvl5pPr>
          </a:lstStyle>
          <a:p>
            <a:pPr lvl="0"/>
            <a:r>
              <a:rPr lang="en-US" dirty="0"/>
              <a:t>Click to edit caption: Arial Regular 10pt</a:t>
            </a:r>
          </a:p>
        </p:txBody>
      </p:sp>
      <p:sp>
        <p:nvSpPr>
          <p:cNvPr id="25" name="Text Placeholder 8">
            <a:extLst>
              <a:ext uri="{FF2B5EF4-FFF2-40B4-BE49-F238E27FC236}">
                <a16:creationId xmlns:a16="http://schemas.microsoft.com/office/drawing/2014/main" id="{C8558A91-5849-F74E-9FFB-8BB3E3F86F0C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767513" y="4176072"/>
            <a:ext cx="2098676" cy="8795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000" b="0" i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342900" indent="0">
              <a:buNone/>
              <a:defRPr sz="1000">
                <a:solidFill>
                  <a:schemeClr val="accent5"/>
                </a:solidFill>
                <a:latin typeface="Channel 4 Chadwick" pitchFamily="2" charset="77"/>
              </a:defRPr>
            </a:lvl2pPr>
            <a:lvl3pPr marL="685800" indent="0">
              <a:buNone/>
              <a:defRPr sz="1000">
                <a:solidFill>
                  <a:schemeClr val="accent5"/>
                </a:solidFill>
                <a:latin typeface="Channel 4 Chadwick" pitchFamily="2" charset="77"/>
              </a:defRPr>
            </a:lvl3pPr>
            <a:lvl4pPr marL="1028700" indent="0">
              <a:buNone/>
              <a:defRPr sz="1000">
                <a:solidFill>
                  <a:schemeClr val="accent5"/>
                </a:solidFill>
                <a:latin typeface="Channel 4 Chadwick" pitchFamily="2" charset="77"/>
              </a:defRPr>
            </a:lvl4pPr>
            <a:lvl5pPr marL="1371600" indent="0">
              <a:buNone/>
              <a:defRPr sz="1000">
                <a:solidFill>
                  <a:schemeClr val="accent5"/>
                </a:solidFill>
                <a:latin typeface="Channel 4 Chadwick" pitchFamily="2" charset="77"/>
              </a:defRPr>
            </a:lvl5pPr>
          </a:lstStyle>
          <a:p>
            <a:pPr lvl="0"/>
            <a:r>
              <a:rPr lang="en-US" dirty="0"/>
              <a:t>Click to edit caption: Arial Regular 10pt</a:t>
            </a:r>
          </a:p>
        </p:txBody>
      </p:sp>
      <p:sp>
        <p:nvSpPr>
          <p:cNvPr id="26" name="Picture Placeholder 5">
            <a:extLst>
              <a:ext uri="{FF2B5EF4-FFF2-40B4-BE49-F238E27FC236}">
                <a16:creationId xmlns:a16="http://schemas.microsoft.com/office/drawing/2014/main" id="{EBDDE399-7978-8146-B813-A0B3CFED1CCE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767512" y="2874141"/>
            <a:ext cx="2098675" cy="1240762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anchor="ctr"/>
          <a:lstStyle>
            <a:lvl1pPr marL="0" indent="0" algn="ctr">
              <a:buNone/>
              <a:defRPr sz="1600" b="0" i="0">
                <a:solidFill>
                  <a:schemeClr val="tx2"/>
                </a:solidFill>
                <a:latin typeface="4 Text" pitchFamily="2" charset="77"/>
              </a:defRPr>
            </a:lvl1pPr>
          </a:lstStyle>
          <a:p>
            <a:r>
              <a:rPr lang="en-US" dirty="0"/>
              <a:t>Drag and drop image</a:t>
            </a:r>
          </a:p>
        </p:txBody>
      </p:sp>
      <p:sp>
        <p:nvSpPr>
          <p:cNvPr id="27" name="Picture Placeholder 5">
            <a:extLst>
              <a:ext uri="{FF2B5EF4-FFF2-40B4-BE49-F238E27FC236}">
                <a16:creationId xmlns:a16="http://schemas.microsoft.com/office/drawing/2014/main" id="{EBDDE399-7978-8146-B813-A0B3CFED1CCE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4572001" y="2874141"/>
            <a:ext cx="2098675" cy="1240762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anchor="ctr"/>
          <a:lstStyle>
            <a:lvl1pPr marL="0" indent="0" algn="ctr">
              <a:buNone/>
              <a:defRPr sz="1600" b="0" i="0">
                <a:solidFill>
                  <a:schemeClr val="tx2"/>
                </a:solidFill>
                <a:latin typeface="4 Text" pitchFamily="2" charset="77"/>
              </a:defRPr>
            </a:lvl1pPr>
          </a:lstStyle>
          <a:p>
            <a:r>
              <a:rPr lang="en-US" dirty="0"/>
              <a:t>Drag and drop image</a:t>
            </a:r>
          </a:p>
        </p:txBody>
      </p:sp>
      <p:sp>
        <p:nvSpPr>
          <p:cNvPr id="28" name="Text Placeholder 8">
            <a:extLst>
              <a:ext uri="{FF2B5EF4-FFF2-40B4-BE49-F238E27FC236}">
                <a16:creationId xmlns:a16="http://schemas.microsoft.com/office/drawing/2014/main" id="{C8558A91-5849-F74E-9FFB-8BB3E3F86F0C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571999" y="2607606"/>
            <a:ext cx="2098676" cy="8795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000" b="0" i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342900" indent="0">
              <a:buNone/>
              <a:defRPr sz="1000">
                <a:solidFill>
                  <a:schemeClr val="accent5"/>
                </a:solidFill>
                <a:latin typeface="Channel 4 Chadwick" pitchFamily="2" charset="77"/>
              </a:defRPr>
            </a:lvl2pPr>
            <a:lvl3pPr marL="685800" indent="0">
              <a:buNone/>
              <a:defRPr sz="1000">
                <a:solidFill>
                  <a:schemeClr val="accent5"/>
                </a:solidFill>
                <a:latin typeface="Channel 4 Chadwick" pitchFamily="2" charset="77"/>
              </a:defRPr>
            </a:lvl3pPr>
            <a:lvl4pPr marL="1028700" indent="0">
              <a:buNone/>
              <a:defRPr sz="1000">
                <a:solidFill>
                  <a:schemeClr val="accent5"/>
                </a:solidFill>
                <a:latin typeface="Channel 4 Chadwick" pitchFamily="2" charset="77"/>
              </a:defRPr>
            </a:lvl4pPr>
            <a:lvl5pPr marL="1371600" indent="0">
              <a:buNone/>
              <a:defRPr sz="1000">
                <a:solidFill>
                  <a:schemeClr val="accent5"/>
                </a:solidFill>
                <a:latin typeface="Channel 4 Chadwick" pitchFamily="2" charset="77"/>
              </a:defRPr>
            </a:lvl5pPr>
          </a:lstStyle>
          <a:p>
            <a:pPr lvl="0"/>
            <a:r>
              <a:rPr lang="en-US" dirty="0"/>
              <a:t>Click to edit caption: Arial Regular 10pt</a:t>
            </a:r>
          </a:p>
        </p:txBody>
      </p:sp>
      <p:sp>
        <p:nvSpPr>
          <p:cNvPr id="29" name="Text Placeholder 8">
            <a:extLst>
              <a:ext uri="{FF2B5EF4-FFF2-40B4-BE49-F238E27FC236}">
                <a16:creationId xmlns:a16="http://schemas.microsoft.com/office/drawing/2014/main" id="{C8558A91-5849-F74E-9FFB-8BB3E3F86F0C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571999" y="4173000"/>
            <a:ext cx="2098676" cy="8795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000" b="0" i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342900" indent="0">
              <a:buNone/>
              <a:defRPr sz="1000">
                <a:solidFill>
                  <a:schemeClr val="accent5"/>
                </a:solidFill>
                <a:latin typeface="Channel 4 Chadwick" pitchFamily="2" charset="77"/>
              </a:defRPr>
            </a:lvl2pPr>
            <a:lvl3pPr marL="685800" indent="0">
              <a:buNone/>
              <a:defRPr sz="1000">
                <a:solidFill>
                  <a:schemeClr val="accent5"/>
                </a:solidFill>
                <a:latin typeface="Channel 4 Chadwick" pitchFamily="2" charset="77"/>
              </a:defRPr>
            </a:lvl3pPr>
            <a:lvl4pPr marL="1028700" indent="0">
              <a:buNone/>
              <a:defRPr sz="1000">
                <a:solidFill>
                  <a:schemeClr val="accent5"/>
                </a:solidFill>
                <a:latin typeface="Channel 4 Chadwick" pitchFamily="2" charset="77"/>
              </a:defRPr>
            </a:lvl4pPr>
            <a:lvl5pPr marL="1371600" indent="0">
              <a:buNone/>
              <a:defRPr sz="1000">
                <a:solidFill>
                  <a:schemeClr val="accent5"/>
                </a:solidFill>
                <a:latin typeface="Channel 4 Chadwick" pitchFamily="2" charset="77"/>
              </a:defRPr>
            </a:lvl5pPr>
          </a:lstStyle>
          <a:p>
            <a:pPr lvl="0"/>
            <a:r>
              <a:rPr lang="en-US" dirty="0"/>
              <a:t>Click to edit caption: Arial Regular 10pt</a:t>
            </a:r>
          </a:p>
        </p:txBody>
      </p:sp>
      <p:sp>
        <p:nvSpPr>
          <p:cNvPr id="19" name="Content Placeholder 2"/>
          <p:cNvSpPr>
            <a:spLocks noGrp="1"/>
          </p:cNvSpPr>
          <p:nvPr>
            <p:ph sz="quarter" idx="10" hasCustomPrompt="1"/>
          </p:nvPr>
        </p:nvSpPr>
        <p:spPr>
          <a:xfrm>
            <a:off x="186596" y="262396"/>
            <a:ext cx="8672097" cy="103637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500" b="1">
                <a:solidFill>
                  <a:srgbClr val="1C3D74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slide title (up to 2 lines) – </a:t>
            </a:r>
            <a:br>
              <a:rPr lang="en-US" dirty="0"/>
            </a:br>
            <a:r>
              <a:rPr lang="en-US" dirty="0"/>
              <a:t>Arial Bold 25pt title</a:t>
            </a: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A5E523E2-4C7B-424A-8715-BA3BD5E8B9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6597" y="1311275"/>
            <a:ext cx="4288564" cy="2952750"/>
          </a:xfrm>
          <a:prstGeom prst="rect">
            <a:avLst/>
          </a:prstGeom>
        </p:spPr>
        <p:txBody>
          <a:bodyPr/>
          <a:lstStyle>
            <a:lvl1pPr marL="285750" indent="-285750">
              <a:buFont typeface="Arial" panose="020B0604020202020204" pitchFamily="34" charset="0"/>
              <a:buChar char="•"/>
              <a:defRPr sz="1400">
                <a:solidFill>
                  <a:srgbClr val="1C3D74"/>
                </a:solidFill>
                <a:latin typeface="+mj-lt"/>
              </a:defRPr>
            </a:lvl1pPr>
            <a:lvl2pPr>
              <a:buFont typeface="Arial" panose="020B0604020202020204" pitchFamily="34" charset="0"/>
              <a:buChar char="-"/>
              <a:defRPr sz="1400">
                <a:solidFill>
                  <a:srgbClr val="1C3D74"/>
                </a:solidFill>
                <a:latin typeface="+mj-lt"/>
              </a:defRPr>
            </a:lvl2pPr>
            <a:lvl3pPr>
              <a:defRPr>
                <a:solidFill>
                  <a:srgbClr val="1C3D74"/>
                </a:solidFill>
                <a:latin typeface="+mj-lt"/>
              </a:defRPr>
            </a:lvl3pPr>
            <a:lvl4pPr>
              <a:defRPr>
                <a:solidFill>
                  <a:srgbClr val="1C3D74"/>
                </a:solidFill>
                <a:latin typeface="+mj-lt"/>
              </a:defRPr>
            </a:lvl4pPr>
            <a:lvl5pPr>
              <a:defRPr>
                <a:solidFill>
                  <a:srgbClr val="1C3D74"/>
                </a:solidFill>
                <a:latin typeface="+mj-lt"/>
              </a:defRPr>
            </a:lvl5pPr>
          </a:lstStyle>
          <a:p>
            <a:pPr marL="0" indent="0">
              <a:buNone/>
            </a:pPr>
            <a:r>
              <a:rPr lang="en-US" dirty="0"/>
              <a:t>Click to edit Master title style – Arial Regular 14pt</a:t>
            </a:r>
          </a:p>
          <a:p>
            <a:r>
              <a:rPr lang="en-US" dirty="0"/>
              <a:t>Bullet points</a:t>
            </a:r>
          </a:p>
          <a:p>
            <a:pPr>
              <a:defRPr/>
            </a:pPr>
            <a:r>
              <a:rPr lang="en-US" dirty="0"/>
              <a:t>Bullet points</a:t>
            </a:r>
          </a:p>
          <a:p>
            <a:pPr>
              <a:defRPr/>
            </a:pPr>
            <a:r>
              <a:rPr lang="en-US" dirty="0"/>
              <a:t>Bullet points</a:t>
            </a:r>
          </a:p>
          <a:p>
            <a:pPr lvl="1">
              <a:buFont typeface="Arial" panose="020B0604020202020204" pitchFamily="34" charset="0"/>
              <a:buChar char="-"/>
              <a:defRPr/>
            </a:pPr>
            <a:r>
              <a:rPr lang="en-US" sz="1400" dirty="0">
                <a:solidFill>
                  <a:srgbClr val="1C3D7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Sub-bullet point</a:t>
            </a:r>
          </a:p>
          <a:p>
            <a:pPr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593527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lide text + image + caption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icture Placeholder 5">
            <a:extLst>
              <a:ext uri="{FF2B5EF4-FFF2-40B4-BE49-F238E27FC236}">
                <a16:creationId xmlns:a16="http://schemas.microsoft.com/office/drawing/2014/main" id="{FA0FF9DD-FA38-C644-8804-531A719824B2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4572001" y="1322602"/>
            <a:ext cx="2098675" cy="1242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anchor="ctr"/>
          <a:lstStyle>
            <a:lvl1pPr marL="0" indent="0" algn="ctr">
              <a:buNone/>
              <a:defRPr sz="1600" b="0" i="0">
                <a:solidFill>
                  <a:schemeClr val="tx2"/>
                </a:solidFill>
                <a:latin typeface="4 Text" pitchFamily="2" charset="77"/>
              </a:defRPr>
            </a:lvl1pPr>
          </a:lstStyle>
          <a:p>
            <a:r>
              <a:rPr lang="en-US" dirty="0"/>
              <a:t>Drag and drop image</a:t>
            </a:r>
          </a:p>
        </p:txBody>
      </p:sp>
      <p:sp>
        <p:nvSpPr>
          <p:cNvPr id="22" name="Picture Placeholder 5">
            <a:extLst>
              <a:ext uri="{FF2B5EF4-FFF2-40B4-BE49-F238E27FC236}">
                <a16:creationId xmlns:a16="http://schemas.microsoft.com/office/drawing/2014/main" id="{EBDDE399-7978-8146-B813-A0B3CFED1CCE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4572001" y="2874141"/>
            <a:ext cx="2098675" cy="1240762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anchor="ctr"/>
          <a:lstStyle>
            <a:lvl1pPr marL="0" indent="0" algn="ctr">
              <a:buNone/>
              <a:defRPr sz="1600" b="0" i="0">
                <a:solidFill>
                  <a:schemeClr val="tx2"/>
                </a:solidFill>
                <a:latin typeface="4 Text" pitchFamily="2" charset="77"/>
              </a:defRPr>
            </a:lvl1pPr>
          </a:lstStyle>
          <a:p>
            <a:r>
              <a:rPr lang="en-US" dirty="0"/>
              <a:t>Drag and drop image</a:t>
            </a:r>
          </a:p>
        </p:txBody>
      </p:sp>
      <p:sp>
        <p:nvSpPr>
          <p:cNvPr id="23" name="Text Placeholder 8">
            <a:extLst>
              <a:ext uri="{FF2B5EF4-FFF2-40B4-BE49-F238E27FC236}">
                <a16:creationId xmlns:a16="http://schemas.microsoft.com/office/drawing/2014/main" id="{C8558A91-5849-F74E-9FFB-8BB3E3F86F0C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571999" y="2607606"/>
            <a:ext cx="2098676" cy="8795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000" b="0" i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342900" indent="0">
              <a:buNone/>
              <a:defRPr sz="1000">
                <a:solidFill>
                  <a:schemeClr val="accent5"/>
                </a:solidFill>
                <a:latin typeface="Channel 4 Chadwick" pitchFamily="2" charset="77"/>
              </a:defRPr>
            </a:lvl2pPr>
            <a:lvl3pPr marL="685800" indent="0">
              <a:buNone/>
              <a:defRPr sz="1000">
                <a:solidFill>
                  <a:schemeClr val="accent5"/>
                </a:solidFill>
                <a:latin typeface="Channel 4 Chadwick" pitchFamily="2" charset="77"/>
              </a:defRPr>
            </a:lvl3pPr>
            <a:lvl4pPr marL="1028700" indent="0">
              <a:buNone/>
              <a:defRPr sz="1000">
                <a:solidFill>
                  <a:schemeClr val="accent5"/>
                </a:solidFill>
                <a:latin typeface="Channel 4 Chadwick" pitchFamily="2" charset="77"/>
              </a:defRPr>
            </a:lvl4pPr>
            <a:lvl5pPr marL="1371600" indent="0">
              <a:buNone/>
              <a:defRPr sz="1000">
                <a:solidFill>
                  <a:schemeClr val="accent5"/>
                </a:solidFill>
                <a:latin typeface="Channel 4 Chadwick" pitchFamily="2" charset="77"/>
              </a:defRPr>
            </a:lvl5pPr>
          </a:lstStyle>
          <a:p>
            <a:pPr lvl="0"/>
            <a:r>
              <a:rPr lang="en-US" dirty="0"/>
              <a:t>Click to edit caption: Arial Regular 10pt</a:t>
            </a:r>
          </a:p>
        </p:txBody>
      </p:sp>
      <p:sp>
        <p:nvSpPr>
          <p:cNvPr id="24" name="Text Placeholder 8">
            <a:extLst>
              <a:ext uri="{FF2B5EF4-FFF2-40B4-BE49-F238E27FC236}">
                <a16:creationId xmlns:a16="http://schemas.microsoft.com/office/drawing/2014/main" id="{C8558A91-5849-F74E-9FFB-8BB3E3F86F0C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571999" y="4173000"/>
            <a:ext cx="2098676" cy="8795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000" b="0" i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342900" indent="0">
              <a:buNone/>
              <a:defRPr sz="1000">
                <a:solidFill>
                  <a:schemeClr val="accent5"/>
                </a:solidFill>
                <a:latin typeface="Channel 4 Chadwick" pitchFamily="2" charset="77"/>
              </a:defRPr>
            </a:lvl2pPr>
            <a:lvl3pPr marL="685800" indent="0">
              <a:buNone/>
              <a:defRPr sz="1000">
                <a:solidFill>
                  <a:schemeClr val="accent5"/>
                </a:solidFill>
                <a:latin typeface="Channel 4 Chadwick" pitchFamily="2" charset="77"/>
              </a:defRPr>
            </a:lvl3pPr>
            <a:lvl4pPr marL="1028700" indent="0">
              <a:buNone/>
              <a:defRPr sz="1000">
                <a:solidFill>
                  <a:schemeClr val="accent5"/>
                </a:solidFill>
                <a:latin typeface="Channel 4 Chadwick" pitchFamily="2" charset="77"/>
              </a:defRPr>
            </a:lvl4pPr>
            <a:lvl5pPr marL="1371600" indent="0">
              <a:buNone/>
              <a:defRPr sz="1000">
                <a:solidFill>
                  <a:schemeClr val="accent5"/>
                </a:solidFill>
                <a:latin typeface="Channel 4 Chadwick" pitchFamily="2" charset="77"/>
              </a:defRPr>
            </a:lvl5pPr>
          </a:lstStyle>
          <a:p>
            <a:pPr lvl="0"/>
            <a:r>
              <a:rPr lang="en-US" dirty="0"/>
              <a:t>Click to edit caption: Arial Regular 10pt</a:t>
            </a:r>
          </a:p>
        </p:txBody>
      </p:sp>
      <p:sp>
        <p:nvSpPr>
          <p:cNvPr id="33" name="Picture Placeholder 5">
            <a:extLst>
              <a:ext uri="{FF2B5EF4-FFF2-40B4-BE49-F238E27FC236}">
                <a16:creationId xmlns:a16="http://schemas.microsoft.com/office/drawing/2014/main" id="{FA0FF9DD-FA38-C644-8804-531A719824B2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6767513" y="1322601"/>
            <a:ext cx="2098675" cy="279230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anchor="ctr"/>
          <a:lstStyle>
            <a:lvl1pPr marL="0" indent="0" algn="ctr">
              <a:buNone/>
              <a:defRPr sz="1600" b="0" i="0">
                <a:solidFill>
                  <a:schemeClr val="tx2"/>
                </a:solidFill>
                <a:latin typeface="4 Text" pitchFamily="2" charset="77"/>
              </a:defRPr>
            </a:lvl1pPr>
          </a:lstStyle>
          <a:p>
            <a:r>
              <a:rPr lang="en-US" dirty="0"/>
              <a:t>Drag and drop image</a:t>
            </a:r>
          </a:p>
        </p:txBody>
      </p:sp>
      <p:sp>
        <p:nvSpPr>
          <p:cNvPr id="34" name="Text Placeholder 8">
            <a:extLst>
              <a:ext uri="{FF2B5EF4-FFF2-40B4-BE49-F238E27FC236}">
                <a16:creationId xmlns:a16="http://schemas.microsoft.com/office/drawing/2014/main" id="{C8558A91-5849-F74E-9FFB-8BB3E3F86F0C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767512" y="4177950"/>
            <a:ext cx="2098676" cy="8795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000" b="0" i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342900" indent="0">
              <a:buNone/>
              <a:defRPr sz="1000">
                <a:solidFill>
                  <a:schemeClr val="accent5"/>
                </a:solidFill>
                <a:latin typeface="Channel 4 Chadwick" pitchFamily="2" charset="77"/>
              </a:defRPr>
            </a:lvl2pPr>
            <a:lvl3pPr marL="685800" indent="0">
              <a:buNone/>
              <a:defRPr sz="1000">
                <a:solidFill>
                  <a:schemeClr val="accent5"/>
                </a:solidFill>
                <a:latin typeface="Channel 4 Chadwick" pitchFamily="2" charset="77"/>
              </a:defRPr>
            </a:lvl3pPr>
            <a:lvl4pPr marL="1028700" indent="0">
              <a:buNone/>
              <a:defRPr sz="1000">
                <a:solidFill>
                  <a:schemeClr val="accent5"/>
                </a:solidFill>
                <a:latin typeface="Channel 4 Chadwick" pitchFamily="2" charset="77"/>
              </a:defRPr>
            </a:lvl4pPr>
            <a:lvl5pPr marL="1371600" indent="0">
              <a:buNone/>
              <a:defRPr sz="1000">
                <a:solidFill>
                  <a:schemeClr val="accent5"/>
                </a:solidFill>
                <a:latin typeface="Channel 4 Chadwick" pitchFamily="2" charset="77"/>
              </a:defRPr>
            </a:lvl5pPr>
          </a:lstStyle>
          <a:p>
            <a:pPr lvl="0"/>
            <a:r>
              <a:rPr lang="en-US" dirty="0"/>
              <a:t>Click to edit caption: Arial Regular 10pt</a:t>
            </a:r>
          </a:p>
        </p:txBody>
      </p:sp>
      <p:sp>
        <p:nvSpPr>
          <p:cNvPr id="16" name="Content Placeholder 2"/>
          <p:cNvSpPr>
            <a:spLocks noGrp="1"/>
          </p:cNvSpPr>
          <p:nvPr>
            <p:ph sz="quarter" idx="10" hasCustomPrompt="1"/>
          </p:nvPr>
        </p:nvSpPr>
        <p:spPr>
          <a:xfrm>
            <a:off x="186596" y="262396"/>
            <a:ext cx="8672097" cy="103637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500" b="1">
                <a:solidFill>
                  <a:srgbClr val="1C3D74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slide title (up to 2 lines) – </a:t>
            </a:r>
            <a:br>
              <a:rPr lang="en-US" dirty="0"/>
            </a:br>
            <a:r>
              <a:rPr lang="en-US" dirty="0"/>
              <a:t>Arial Bold 25pt title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7216A11E-B4A5-4F26-9049-F166D72D625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6597" y="1311275"/>
            <a:ext cx="4288564" cy="2952750"/>
          </a:xfrm>
          <a:prstGeom prst="rect">
            <a:avLst/>
          </a:prstGeom>
        </p:spPr>
        <p:txBody>
          <a:bodyPr/>
          <a:lstStyle>
            <a:lvl1pPr marL="285750" indent="-285750">
              <a:buFont typeface="Arial" panose="020B0604020202020204" pitchFamily="34" charset="0"/>
              <a:buChar char="•"/>
              <a:defRPr sz="1400">
                <a:solidFill>
                  <a:srgbClr val="1C3D74"/>
                </a:solidFill>
                <a:latin typeface="+mj-lt"/>
              </a:defRPr>
            </a:lvl1pPr>
            <a:lvl2pPr>
              <a:buFont typeface="Arial" panose="020B0604020202020204" pitchFamily="34" charset="0"/>
              <a:buChar char="-"/>
              <a:defRPr sz="1400">
                <a:solidFill>
                  <a:srgbClr val="1C3D74"/>
                </a:solidFill>
                <a:latin typeface="+mj-lt"/>
              </a:defRPr>
            </a:lvl2pPr>
            <a:lvl3pPr>
              <a:defRPr>
                <a:solidFill>
                  <a:srgbClr val="1C3D74"/>
                </a:solidFill>
                <a:latin typeface="+mj-lt"/>
              </a:defRPr>
            </a:lvl3pPr>
            <a:lvl4pPr>
              <a:defRPr>
                <a:solidFill>
                  <a:srgbClr val="1C3D74"/>
                </a:solidFill>
                <a:latin typeface="+mj-lt"/>
              </a:defRPr>
            </a:lvl4pPr>
            <a:lvl5pPr>
              <a:defRPr>
                <a:solidFill>
                  <a:srgbClr val="1C3D74"/>
                </a:solidFill>
                <a:latin typeface="+mj-lt"/>
              </a:defRPr>
            </a:lvl5pPr>
          </a:lstStyle>
          <a:p>
            <a:pPr marL="0" indent="0">
              <a:buNone/>
            </a:pPr>
            <a:r>
              <a:rPr lang="en-US" dirty="0"/>
              <a:t>Click to edit Master title style – Arial Regular 14pt</a:t>
            </a:r>
          </a:p>
          <a:p>
            <a:r>
              <a:rPr lang="en-US" dirty="0"/>
              <a:t>Bullet points</a:t>
            </a:r>
          </a:p>
          <a:p>
            <a:pPr>
              <a:defRPr/>
            </a:pPr>
            <a:r>
              <a:rPr lang="en-US" dirty="0"/>
              <a:t>Bullet points</a:t>
            </a:r>
          </a:p>
          <a:p>
            <a:pPr>
              <a:defRPr/>
            </a:pPr>
            <a:r>
              <a:rPr lang="en-US" dirty="0"/>
              <a:t>Bullet points</a:t>
            </a:r>
          </a:p>
          <a:p>
            <a:pPr lvl="1">
              <a:buFont typeface="Arial" panose="020B0604020202020204" pitchFamily="34" charset="0"/>
              <a:buChar char="-"/>
              <a:defRPr/>
            </a:pPr>
            <a:r>
              <a:rPr lang="en-US" sz="1400" dirty="0">
                <a:solidFill>
                  <a:srgbClr val="1C3D7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Sub-bullet point</a:t>
            </a:r>
          </a:p>
          <a:p>
            <a:pPr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6992327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lide text + image + caption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icture Placeholder 5">
            <a:extLst>
              <a:ext uri="{FF2B5EF4-FFF2-40B4-BE49-F238E27FC236}">
                <a16:creationId xmlns:a16="http://schemas.microsoft.com/office/drawing/2014/main" id="{FA0FF9DD-FA38-C644-8804-531A719824B2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4572001" y="1322602"/>
            <a:ext cx="4305300" cy="1242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anchor="ctr"/>
          <a:lstStyle>
            <a:lvl1pPr marL="0" indent="0" algn="ctr">
              <a:buNone/>
              <a:defRPr sz="1600" b="0" i="0">
                <a:solidFill>
                  <a:schemeClr val="tx2"/>
                </a:solidFill>
                <a:latin typeface="4 Text" pitchFamily="2" charset="77"/>
              </a:defRPr>
            </a:lvl1pPr>
          </a:lstStyle>
          <a:p>
            <a:r>
              <a:rPr lang="en-US" dirty="0"/>
              <a:t>Drag and drop image</a:t>
            </a:r>
          </a:p>
        </p:txBody>
      </p:sp>
      <p:sp>
        <p:nvSpPr>
          <p:cNvPr id="22" name="Text Placeholder 8">
            <a:extLst>
              <a:ext uri="{FF2B5EF4-FFF2-40B4-BE49-F238E27FC236}">
                <a16:creationId xmlns:a16="http://schemas.microsoft.com/office/drawing/2014/main" id="{C8558A91-5849-F74E-9FFB-8BB3E3F86F0C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571999" y="2607606"/>
            <a:ext cx="4305302" cy="8795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000" b="0" i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342900" indent="0">
              <a:buNone/>
              <a:defRPr sz="1000">
                <a:solidFill>
                  <a:schemeClr val="accent5"/>
                </a:solidFill>
                <a:latin typeface="Channel 4 Chadwick" pitchFamily="2" charset="77"/>
              </a:defRPr>
            </a:lvl2pPr>
            <a:lvl3pPr marL="685800" indent="0">
              <a:buNone/>
              <a:defRPr sz="1000">
                <a:solidFill>
                  <a:schemeClr val="accent5"/>
                </a:solidFill>
                <a:latin typeface="Channel 4 Chadwick" pitchFamily="2" charset="77"/>
              </a:defRPr>
            </a:lvl3pPr>
            <a:lvl4pPr marL="1028700" indent="0">
              <a:buNone/>
              <a:defRPr sz="1000">
                <a:solidFill>
                  <a:schemeClr val="accent5"/>
                </a:solidFill>
                <a:latin typeface="Channel 4 Chadwick" pitchFamily="2" charset="77"/>
              </a:defRPr>
            </a:lvl4pPr>
            <a:lvl5pPr marL="1371600" indent="0">
              <a:buNone/>
              <a:defRPr sz="1000">
                <a:solidFill>
                  <a:schemeClr val="accent5"/>
                </a:solidFill>
                <a:latin typeface="Channel 4 Chadwick" pitchFamily="2" charset="77"/>
              </a:defRPr>
            </a:lvl5pPr>
          </a:lstStyle>
          <a:p>
            <a:pPr lvl="0"/>
            <a:r>
              <a:rPr lang="en-US" dirty="0"/>
              <a:t>Click to edit caption: Arial Regular 10pt</a:t>
            </a:r>
          </a:p>
        </p:txBody>
      </p:sp>
      <p:sp>
        <p:nvSpPr>
          <p:cNvPr id="23" name="Picture Placeholder 5">
            <a:extLst>
              <a:ext uri="{FF2B5EF4-FFF2-40B4-BE49-F238E27FC236}">
                <a16:creationId xmlns:a16="http://schemas.microsoft.com/office/drawing/2014/main" id="{EBDDE399-7978-8146-B813-A0B3CFED1CCE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4572001" y="2874141"/>
            <a:ext cx="2098675" cy="1240762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anchor="ctr"/>
          <a:lstStyle>
            <a:lvl1pPr marL="0" indent="0" algn="ctr">
              <a:buNone/>
              <a:defRPr sz="1600" b="0" i="0">
                <a:solidFill>
                  <a:schemeClr val="tx2"/>
                </a:solidFill>
                <a:latin typeface="4 Text" pitchFamily="2" charset="77"/>
              </a:defRPr>
            </a:lvl1pPr>
          </a:lstStyle>
          <a:p>
            <a:r>
              <a:rPr lang="en-US" dirty="0"/>
              <a:t>Drag and drop image</a:t>
            </a:r>
          </a:p>
        </p:txBody>
      </p:sp>
      <p:sp>
        <p:nvSpPr>
          <p:cNvPr id="24" name="Text Placeholder 8">
            <a:extLst>
              <a:ext uri="{FF2B5EF4-FFF2-40B4-BE49-F238E27FC236}">
                <a16:creationId xmlns:a16="http://schemas.microsoft.com/office/drawing/2014/main" id="{C8558A91-5849-F74E-9FFB-8BB3E3F86F0C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571999" y="4173000"/>
            <a:ext cx="2098676" cy="8795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000" b="0" i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342900" indent="0">
              <a:buNone/>
              <a:defRPr sz="1000">
                <a:solidFill>
                  <a:schemeClr val="accent5"/>
                </a:solidFill>
                <a:latin typeface="Channel 4 Chadwick" pitchFamily="2" charset="77"/>
              </a:defRPr>
            </a:lvl2pPr>
            <a:lvl3pPr marL="685800" indent="0">
              <a:buNone/>
              <a:defRPr sz="1000">
                <a:solidFill>
                  <a:schemeClr val="accent5"/>
                </a:solidFill>
                <a:latin typeface="Channel 4 Chadwick" pitchFamily="2" charset="77"/>
              </a:defRPr>
            </a:lvl3pPr>
            <a:lvl4pPr marL="1028700" indent="0">
              <a:buNone/>
              <a:defRPr sz="1000">
                <a:solidFill>
                  <a:schemeClr val="accent5"/>
                </a:solidFill>
                <a:latin typeface="Channel 4 Chadwick" pitchFamily="2" charset="77"/>
              </a:defRPr>
            </a:lvl4pPr>
            <a:lvl5pPr marL="1371600" indent="0">
              <a:buNone/>
              <a:defRPr sz="1000">
                <a:solidFill>
                  <a:schemeClr val="accent5"/>
                </a:solidFill>
                <a:latin typeface="Channel 4 Chadwick" pitchFamily="2" charset="77"/>
              </a:defRPr>
            </a:lvl5pPr>
          </a:lstStyle>
          <a:p>
            <a:pPr lvl="0"/>
            <a:r>
              <a:rPr lang="en-US" dirty="0"/>
              <a:t>Click to edit caption: Arial Regular 10pt</a:t>
            </a:r>
          </a:p>
        </p:txBody>
      </p:sp>
      <p:sp>
        <p:nvSpPr>
          <p:cNvPr id="25" name="Picture Placeholder 5">
            <a:extLst>
              <a:ext uri="{FF2B5EF4-FFF2-40B4-BE49-F238E27FC236}">
                <a16:creationId xmlns:a16="http://schemas.microsoft.com/office/drawing/2014/main" id="{EBDDE399-7978-8146-B813-A0B3CFED1CCE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6778626" y="2877213"/>
            <a:ext cx="2098675" cy="1240762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anchor="ctr"/>
          <a:lstStyle>
            <a:lvl1pPr marL="0" indent="0" algn="ctr">
              <a:buNone/>
              <a:defRPr sz="1600" b="0" i="0">
                <a:solidFill>
                  <a:schemeClr val="tx2"/>
                </a:solidFill>
                <a:latin typeface="4 Text" pitchFamily="2" charset="77"/>
              </a:defRPr>
            </a:lvl1pPr>
          </a:lstStyle>
          <a:p>
            <a:r>
              <a:rPr lang="en-US" dirty="0"/>
              <a:t>Drag and drop image</a:t>
            </a:r>
          </a:p>
        </p:txBody>
      </p:sp>
      <p:sp>
        <p:nvSpPr>
          <p:cNvPr id="26" name="Text Placeholder 8">
            <a:extLst>
              <a:ext uri="{FF2B5EF4-FFF2-40B4-BE49-F238E27FC236}">
                <a16:creationId xmlns:a16="http://schemas.microsoft.com/office/drawing/2014/main" id="{C8558A91-5849-F74E-9FFB-8BB3E3F86F0C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778624" y="4176072"/>
            <a:ext cx="2098676" cy="8795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000" b="0" i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342900" indent="0">
              <a:buNone/>
              <a:defRPr sz="1000">
                <a:solidFill>
                  <a:schemeClr val="accent5"/>
                </a:solidFill>
                <a:latin typeface="Channel 4 Chadwick" pitchFamily="2" charset="77"/>
              </a:defRPr>
            </a:lvl2pPr>
            <a:lvl3pPr marL="685800" indent="0">
              <a:buNone/>
              <a:defRPr sz="1000">
                <a:solidFill>
                  <a:schemeClr val="accent5"/>
                </a:solidFill>
                <a:latin typeface="Channel 4 Chadwick" pitchFamily="2" charset="77"/>
              </a:defRPr>
            </a:lvl3pPr>
            <a:lvl4pPr marL="1028700" indent="0">
              <a:buNone/>
              <a:defRPr sz="1000">
                <a:solidFill>
                  <a:schemeClr val="accent5"/>
                </a:solidFill>
                <a:latin typeface="Channel 4 Chadwick" pitchFamily="2" charset="77"/>
              </a:defRPr>
            </a:lvl4pPr>
            <a:lvl5pPr marL="1371600" indent="0">
              <a:buNone/>
              <a:defRPr sz="1000">
                <a:solidFill>
                  <a:schemeClr val="accent5"/>
                </a:solidFill>
                <a:latin typeface="Channel 4 Chadwick" pitchFamily="2" charset="77"/>
              </a:defRPr>
            </a:lvl5pPr>
          </a:lstStyle>
          <a:p>
            <a:pPr lvl="0"/>
            <a:r>
              <a:rPr lang="en-US" dirty="0"/>
              <a:t>Click to edit caption: Arial Regular 10pt</a:t>
            </a:r>
          </a:p>
        </p:txBody>
      </p:sp>
      <p:sp>
        <p:nvSpPr>
          <p:cNvPr id="15" name="Content Placeholder 2"/>
          <p:cNvSpPr>
            <a:spLocks noGrp="1"/>
          </p:cNvSpPr>
          <p:nvPr>
            <p:ph sz="quarter" idx="10" hasCustomPrompt="1"/>
          </p:nvPr>
        </p:nvSpPr>
        <p:spPr>
          <a:xfrm>
            <a:off x="186596" y="262396"/>
            <a:ext cx="8672097" cy="103637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500" b="1">
                <a:solidFill>
                  <a:srgbClr val="1C3D74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slide title (up to 2 lines) – </a:t>
            </a:r>
            <a:br>
              <a:rPr lang="en-US" dirty="0"/>
            </a:br>
            <a:r>
              <a:rPr lang="en-US" dirty="0"/>
              <a:t>Arial Bold 25pt title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11A76B9A-C73D-41F4-848B-7B422BD2540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6597" y="1311275"/>
            <a:ext cx="4288564" cy="2952750"/>
          </a:xfrm>
          <a:prstGeom prst="rect">
            <a:avLst/>
          </a:prstGeom>
        </p:spPr>
        <p:txBody>
          <a:bodyPr/>
          <a:lstStyle>
            <a:lvl1pPr marL="285750" indent="-285750">
              <a:buFont typeface="Arial" panose="020B0604020202020204" pitchFamily="34" charset="0"/>
              <a:buChar char="•"/>
              <a:defRPr sz="1400">
                <a:solidFill>
                  <a:srgbClr val="1C3D74"/>
                </a:solidFill>
                <a:latin typeface="+mj-lt"/>
              </a:defRPr>
            </a:lvl1pPr>
            <a:lvl2pPr>
              <a:buFont typeface="Arial" panose="020B0604020202020204" pitchFamily="34" charset="0"/>
              <a:buChar char="-"/>
              <a:defRPr sz="1400">
                <a:solidFill>
                  <a:srgbClr val="1C3D74"/>
                </a:solidFill>
                <a:latin typeface="+mj-lt"/>
              </a:defRPr>
            </a:lvl2pPr>
            <a:lvl3pPr>
              <a:defRPr>
                <a:solidFill>
                  <a:srgbClr val="1C3D74"/>
                </a:solidFill>
                <a:latin typeface="+mj-lt"/>
              </a:defRPr>
            </a:lvl3pPr>
            <a:lvl4pPr>
              <a:defRPr>
                <a:solidFill>
                  <a:srgbClr val="1C3D74"/>
                </a:solidFill>
                <a:latin typeface="+mj-lt"/>
              </a:defRPr>
            </a:lvl4pPr>
            <a:lvl5pPr>
              <a:defRPr>
                <a:solidFill>
                  <a:srgbClr val="1C3D74"/>
                </a:solidFill>
                <a:latin typeface="+mj-lt"/>
              </a:defRPr>
            </a:lvl5pPr>
          </a:lstStyle>
          <a:p>
            <a:pPr marL="0" indent="0">
              <a:buNone/>
            </a:pPr>
            <a:r>
              <a:rPr lang="en-US" dirty="0"/>
              <a:t>Click to edit Master title style – Arial Regular 14pt</a:t>
            </a:r>
          </a:p>
          <a:p>
            <a:r>
              <a:rPr lang="en-US" dirty="0"/>
              <a:t>Bullet points</a:t>
            </a:r>
          </a:p>
          <a:p>
            <a:pPr>
              <a:defRPr/>
            </a:pPr>
            <a:r>
              <a:rPr lang="en-US" dirty="0"/>
              <a:t>Bullet points</a:t>
            </a:r>
          </a:p>
          <a:p>
            <a:pPr>
              <a:defRPr/>
            </a:pPr>
            <a:r>
              <a:rPr lang="en-US" dirty="0"/>
              <a:t>Bullet points</a:t>
            </a:r>
          </a:p>
          <a:p>
            <a:pPr lvl="1">
              <a:buFont typeface="Arial" panose="020B0604020202020204" pitchFamily="34" charset="0"/>
              <a:buChar char="-"/>
              <a:defRPr/>
            </a:pPr>
            <a:r>
              <a:rPr lang="en-US" sz="1400" dirty="0">
                <a:solidFill>
                  <a:srgbClr val="1C3D7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Sub-bullet point</a:t>
            </a:r>
          </a:p>
          <a:p>
            <a:pPr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6850096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lide 2 column text + image + caption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icture Placeholder 5">
            <a:extLst>
              <a:ext uri="{FF2B5EF4-FFF2-40B4-BE49-F238E27FC236}">
                <a16:creationId xmlns:a16="http://schemas.microsoft.com/office/drawing/2014/main" id="{FA0FF9DD-FA38-C644-8804-531A719824B2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6102847" y="1322601"/>
            <a:ext cx="2763341" cy="279230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anchor="ctr"/>
          <a:lstStyle>
            <a:lvl1pPr marL="0" indent="0" algn="ctr">
              <a:buNone/>
              <a:defRPr sz="1600" b="0" i="0">
                <a:solidFill>
                  <a:schemeClr val="tx2"/>
                </a:solidFill>
                <a:latin typeface="4 Text" pitchFamily="2" charset="77"/>
              </a:defRPr>
            </a:lvl1pPr>
          </a:lstStyle>
          <a:p>
            <a:r>
              <a:rPr lang="en-US" dirty="0"/>
              <a:t>Drag and drop image</a:t>
            </a:r>
          </a:p>
        </p:txBody>
      </p:sp>
      <p:sp>
        <p:nvSpPr>
          <p:cNvPr id="20" name="Text Placeholder 8">
            <a:extLst>
              <a:ext uri="{FF2B5EF4-FFF2-40B4-BE49-F238E27FC236}">
                <a16:creationId xmlns:a16="http://schemas.microsoft.com/office/drawing/2014/main" id="{C8558A91-5849-F74E-9FFB-8BB3E3F86F0C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102847" y="4177950"/>
            <a:ext cx="2763341" cy="8795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000" b="0" i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342900" indent="0">
              <a:buNone/>
              <a:defRPr sz="1000">
                <a:solidFill>
                  <a:schemeClr val="accent5"/>
                </a:solidFill>
                <a:latin typeface="Channel 4 Chadwick" pitchFamily="2" charset="77"/>
              </a:defRPr>
            </a:lvl2pPr>
            <a:lvl3pPr marL="685800" indent="0">
              <a:buNone/>
              <a:defRPr sz="1000">
                <a:solidFill>
                  <a:schemeClr val="accent5"/>
                </a:solidFill>
                <a:latin typeface="Channel 4 Chadwick" pitchFamily="2" charset="77"/>
              </a:defRPr>
            </a:lvl3pPr>
            <a:lvl4pPr marL="1028700" indent="0">
              <a:buNone/>
              <a:defRPr sz="1000">
                <a:solidFill>
                  <a:schemeClr val="accent5"/>
                </a:solidFill>
                <a:latin typeface="Channel 4 Chadwick" pitchFamily="2" charset="77"/>
              </a:defRPr>
            </a:lvl4pPr>
            <a:lvl5pPr marL="1371600" indent="0">
              <a:buNone/>
              <a:defRPr sz="1000">
                <a:solidFill>
                  <a:schemeClr val="accent5"/>
                </a:solidFill>
                <a:latin typeface="Channel 4 Chadwick" pitchFamily="2" charset="77"/>
              </a:defRPr>
            </a:lvl5pPr>
          </a:lstStyle>
          <a:p>
            <a:pPr lvl="0"/>
            <a:r>
              <a:rPr lang="en-US" dirty="0"/>
              <a:t>Click to edit caption: Arial Regular 10pt</a:t>
            </a:r>
          </a:p>
        </p:txBody>
      </p:sp>
      <p:sp>
        <p:nvSpPr>
          <p:cNvPr id="11" name="Content Placeholder 2"/>
          <p:cNvSpPr>
            <a:spLocks noGrp="1"/>
          </p:cNvSpPr>
          <p:nvPr>
            <p:ph sz="quarter" idx="10" hasCustomPrompt="1"/>
          </p:nvPr>
        </p:nvSpPr>
        <p:spPr>
          <a:xfrm>
            <a:off x="186596" y="262396"/>
            <a:ext cx="8672097" cy="103637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500" b="1">
                <a:solidFill>
                  <a:srgbClr val="1C3D74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slide title (up to 2 lines) – </a:t>
            </a:r>
            <a:br>
              <a:rPr lang="en-US" dirty="0"/>
            </a:br>
            <a:r>
              <a:rPr lang="en-US" dirty="0"/>
              <a:t>Arial Bold 25pt title</a:t>
            </a: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6B742EC7-0905-4619-9932-945C15BD9FB8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144721" y="1311275"/>
            <a:ext cx="2854557" cy="2952750"/>
          </a:xfrm>
          <a:prstGeom prst="rect">
            <a:avLst/>
          </a:prstGeom>
        </p:spPr>
        <p:txBody>
          <a:bodyPr/>
          <a:lstStyle>
            <a:lvl1pPr marL="285750" indent="-285750">
              <a:buFont typeface="Arial" panose="020B0604020202020204" pitchFamily="34" charset="0"/>
              <a:buChar char="•"/>
              <a:defRPr sz="1400">
                <a:solidFill>
                  <a:srgbClr val="1C3D74"/>
                </a:solidFill>
                <a:latin typeface="+mj-lt"/>
              </a:defRPr>
            </a:lvl1pPr>
            <a:lvl2pPr marL="457200" indent="0">
              <a:buFont typeface="Arial" panose="020B0604020202020204" pitchFamily="34" charset="0"/>
              <a:buNone/>
              <a:defRPr sz="1400">
                <a:solidFill>
                  <a:srgbClr val="1C3D74"/>
                </a:solidFill>
                <a:latin typeface="+mj-lt"/>
              </a:defRPr>
            </a:lvl2pPr>
            <a:lvl3pPr>
              <a:defRPr>
                <a:solidFill>
                  <a:srgbClr val="1C3D74"/>
                </a:solidFill>
                <a:latin typeface="+mj-lt"/>
              </a:defRPr>
            </a:lvl3pPr>
            <a:lvl4pPr>
              <a:defRPr>
                <a:solidFill>
                  <a:srgbClr val="1C3D74"/>
                </a:solidFill>
                <a:latin typeface="+mj-lt"/>
              </a:defRPr>
            </a:lvl4pPr>
            <a:lvl5pPr>
              <a:defRPr>
                <a:solidFill>
                  <a:srgbClr val="1C3D74"/>
                </a:solidFill>
                <a:latin typeface="+mj-lt"/>
              </a:defRPr>
            </a:lvl5pPr>
          </a:lstStyle>
          <a:p>
            <a:pPr marL="0" indent="0">
              <a:buNone/>
            </a:pPr>
            <a:r>
              <a:rPr lang="en-US" dirty="0"/>
              <a:t>Click to edit Master title style – Arial Regular 14pt</a:t>
            </a:r>
          </a:p>
          <a:p>
            <a:r>
              <a:rPr lang="en-US" dirty="0"/>
              <a:t>Bullet points</a:t>
            </a:r>
          </a:p>
          <a:p>
            <a:pPr>
              <a:defRPr/>
            </a:pPr>
            <a:r>
              <a:rPr lang="en-US" dirty="0"/>
              <a:t>Bullet points</a:t>
            </a:r>
          </a:p>
          <a:p>
            <a:pPr>
              <a:defRPr/>
            </a:pPr>
            <a:r>
              <a:rPr lang="en-US" dirty="0"/>
              <a:t>Bullet points</a:t>
            </a:r>
          </a:p>
          <a:p>
            <a:pPr lvl="1">
              <a:buFont typeface="Arial" panose="020B0604020202020204" pitchFamily="34" charset="0"/>
              <a:buChar char="-"/>
              <a:defRPr/>
            </a:pPr>
            <a:r>
              <a:rPr lang="en-US" sz="1400" dirty="0">
                <a:solidFill>
                  <a:srgbClr val="1C3D7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Sub-bullet point</a:t>
            </a: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E839734A-FE59-489D-8235-3CE5E3DE21EF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86595" y="1311275"/>
            <a:ext cx="2854557" cy="2952750"/>
          </a:xfrm>
          <a:prstGeom prst="rect">
            <a:avLst/>
          </a:prstGeom>
        </p:spPr>
        <p:txBody>
          <a:bodyPr/>
          <a:lstStyle>
            <a:lvl1pPr marL="285750" indent="-285750">
              <a:buFont typeface="Arial" panose="020B0604020202020204" pitchFamily="34" charset="0"/>
              <a:buChar char="•"/>
              <a:defRPr sz="1400">
                <a:solidFill>
                  <a:srgbClr val="1C3D74"/>
                </a:solidFill>
                <a:latin typeface="+mj-lt"/>
              </a:defRPr>
            </a:lvl1pPr>
            <a:lvl2pPr>
              <a:buFont typeface="Arial" panose="020B0604020202020204" pitchFamily="34" charset="0"/>
              <a:buChar char="-"/>
              <a:defRPr sz="1400">
                <a:solidFill>
                  <a:srgbClr val="1C3D74"/>
                </a:solidFill>
                <a:latin typeface="+mj-lt"/>
              </a:defRPr>
            </a:lvl2pPr>
            <a:lvl3pPr>
              <a:defRPr>
                <a:solidFill>
                  <a:srgbClr val="1C3D74"/>
                </a:solidFill>
                <a:latin typeface="+mj-lt"/>
              </a:defRPr>
            </a:lvl3pPr>
            <a:lvl4pPr>
              <a:defRPr>
                <a:solidFill>
                  <a:srgbClr val="1C3D74"/>
                </a:solidFill>
                <a:latin typeface="+mj-lt"/>
              </a:defRPr>
            </a:lvl4pPr>
            <a:lvl5pPr>
              <a:defRPr>
                <a:solidFill>
                  <a:srgbClr val="1C3D74"/>
                </a:solidFill>
                <a:latin typeface="+mj-lt"/>
              </a:defRPr>
            </a:lvl5pPr>
          </a:lstStyle>
          <a:p>
            <a:pPr marL="0" indent="0">
              <a:buNone/>
            </a:pPr>
            <a:r>
              <a:rPr lang="en-US" dirty="0"/>
              <a:t>Click to edit Master title style – Arial Regular 14pt</a:t>
            </a:r>
          </a:p>
          <a:p>
            <a:r>
              <a:rPr lang="en-US" dirty="0"/>
              <a:t>Bullet points</a:t>
            </a:r>
          </a:p>
          <a:p>
            <a:pPr>
              <a:defRPr/>
            </a:pPr>
            <a:r>
              <a:rPr lang="en-US" dirty="0"/>
              <a:t>Bullet points</a:t>
            </a:r>
          </a:p>
          <a:p>
            <a:pPr>
              <a:defRPr/>
            </a:pPr>
            <a:r>
              <a:rPr lang="en-US" dirty="0"/>
              <a:t>Bullet points</a:t>
            </a:r>
          </a:p>
          <a:p>
            <a:pPr lvl="1">
              <a:buFont typeface="Arial" panose="020B0604020202020204" pitchFamily="34" charset="0"/>
              <a:buChar char="-"/>
              <a:defRPr/>
            </a:pPr>
            <a:r>
              <a:rPr lang="en-US" sz="1400" dirty="0">
                <a:solidFill>
                  <a:srgbClr val="1C3D7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Sub-bullet point</a:t>
            </a:r>
          </a:p>
          <a:p>
            <a:pPr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171970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lide 1 column text + image +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5">
            <a:extLst>
              <a:ext uri="{FF2B5EF4-FFF2-40B4-BE49-F238E27FC236}">
                <a16:creationId xmlns:a16="http://schemas.microsoft.com/office/drawing/2014/main" id="{EBDDE399-7978-8146-B813-A0B3CFED1CCE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2496620" y="1309603"/>
            <a:ext cx="6380681" cy="2808372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anchor="ctr"/>
          <a:lstStyle>
            <a:lvl1pPr marL="0" indent="0" algn="ctr">
              <a:buNone/>
              <a:defRPr sz="1600" b="0" i="0">
                <a:solidFill>
                  <a:schemeClr val="tx2"/>
                </a:solidFill>
                <a:latin typeface="4 Text" pitchFamily="2" charset="77"/>
              </a:defRPr>
            </a:lvl1pPr>
          </a:lstStyle>
          <a:p>
            <a:r>
              <a:rPr lang="en-US" dirty="0"/>
              <a:t>Drag and drop image</a:t>
            </a:r>
          </a:p>
        </p:txBody>
      </p:sp>
      <p:sp>
        <p:nvSpPr>
          <p:cNvPr id="14" name="Text Placeholder 8">
            <a:extLst>
              <a:ext uri="{FF2B5EF4-FFF2-40B4-BE49-F238E27FC236}">
                <a16:creationId xmlns:a16="http://schemas.microsoft.com/office/drawing/2014/main" id="{C8558A91-5849-F74E-9FFB-8BB3E3F86F0C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496620" y="4176072"/>
            <a:ext cx="6380680" cy="8795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000" b="0" i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342900" indent="0">
              <a:buNone/>
              <a:defRPr sz="1000">
                <a:solidFill>
                  <a:schemeClr val="accent5"/>
                </a:solidFill>
                <a:latin typeface="Channel 4 Chadwick" pitchFamily="2" charset="77"/>
              </a:defRPr>
            </a:lvl2pPr>
            <a:lvl3pPr marL="685800" indent="0">
              <a:buNone/>
              <a:defRPr sz="1000">
                <a:solidFill>
                  <a:schemeClr val="accent5"/>
                </a:solidFill>
                <a:latin typeface="Channel 4 Chadwick" pitchFamily="2" charset="77"/>
              </a:defRPr>
            </a:lvl3pPr>
            <a:lvl4pPr marL="1028700" indent="0">
              <a:buNone/>
              <a:defRPr sz="1000">
                <a:solidFill>
                  <a:schemeClr val="accent5"/>
                </a:solidFill>
                <a:latin typeface="Channel 4 Chadwick" pitchFamily="2" charset="77"/>
              </a:defRPr>
            </a:lvl4pPr>
            <a:lvl5pPr marL="1371600" indent="0">
              <a:buNone/>
              <a:defRPr sz="1000">
                <a:solidFill>
                  <a:schemeClr val="accent5"/>
                </a:solidFill>
                <a:latin typeface="Channel 4 Chadwick" pitchFamily="2" charset="77"/>
              </a:defRPr>
            </a:lvl5pPr>
          </a:lstStyle>
          <a:p>
            <a:pPr lvl="0"/>
            <a:r>
              <a:rPr lang="en-US" dirty="0"/>
              <a:t>Click to edit caption: Arial Regular 10pt</a:t>
            </a:r>
          </a:p>
        </p:txBody>
      </p:sp>
      <p:sp>
        <p:nvSpPr>
          <p:cNvPr id="10" name="Content Placeholder 2"/>
          <p:cNvSpPr>
            <a:spLocks noGrp="1"/>
          </p:cNvSpPr>
          <p:nvPr>
            <p:ph sz="quarter" idx="10" hasCustomPrompt="1"/>
          </p:nvPr>
        </p:nvSpPr>
        <p:spPr>
          <a:xfrm>
            <a:off x="186596" y="262396"/>
            <a:ext cx="8672097" cy="103637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500" b="1">
                <a:solidFill>
                  <a:srgbClr val="1C3D74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slide title (up to 2 lines) – </a:t>
            </a:r>
            <a:br>
              <a:rPr lang="en-US" dirty="0"/>
            </a:br>
            <a:r>
              <a:rPr lang="en-US" dirty="0"/>
              <a:t>Arial Bold 25pt title</a:t>
            </a:r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57C490C0-3F42-428E-9663-C0315B61F18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6597" y="1311275"/>
            <a:ext cx="2126297" cy="2952750"/>
          </a:xfrm>
          <a:prstGeom prst="rect">
            <a:avLst/>
          </a:prstGeom>
        </p:spPr>
        <p:txBody>
          <a:bodyPr/>
          <a:lstStyle>
            <a:lvl1pPr marL="285750" indent="-285750">
              <a:buFont typeface="Arial" panose="020B0604020202020204" pitchFamily="34" charset="0"/>
              <a:buChar char="•"/>
              <a:defRPr sz="1400">
                <a:solidFill>
                  <a:srgbClr val="1C3D74"/>
                </a:solidFill>
                <a:latin typeface="+mj-lt"/>
              </a:defRPr>
            </a:lvl1pPr>
            <a:lvl2pPr>
              <a:buFont typeface="Arial" panose="020B0604020202020204" pitchFamily="34" charset="0"/>
              <a:buChar char="-"/>
              <a:defRPr sz="1400">
                <a:solidFill>
                  <a:srgbClr val="1C3D74"/>
                </a:solidFill>
                <a:latin typeface="+mj-lt"/>
              </a:defRPr>
            </a:lvl2pPr>
            <a:lvl3pPr>
              <a:defRPr>
                <a:solidFill>
                  <a:srgbClr val="1C3D74"/>
                </a:solidFill>
                <a:latin typeface="+mj-lt"/>
              </a:defRPr>
            </a:lvl3pPr>
            <a:lvl4pPr>
              <a:defRPr>
                <a:solidFill>
                  <a:srgbClr val="1C3D74"/>
                </a:solidFill>
                <a:latin typeface="+mj-lt"/>
              </a:defRPr>
            </a:lvl4pPr>
            <a:lvl5pPr>
              <a:defRPr>
                <a:solidFill>
                  <a:srgbClr val="1C3D74"/>
                </a:solidFill>
                <a:latin typeface="+mj-lt"/>
              </a:defRPr>
            </a:lvl5pPr>
          </a:lstStyle>
          <a:p>
            <a:pPr marL="0" indent="0">
              <a:buNone/>
            </a:pPr>
            <a:r>
              <a:rPr lang="en-US" dirty="0"/>
              <a:t>Click to edit Master title style – Arial Regular 14pt</a:t>
            </a:r>
          </a:p>
          <a:p>
            <a:r>
              <a:rPr lang="en-US" dirty="0"/>
              <a:t>Bullet points</a:t>
            </a:r>
          </a:p>
          <a:p>
            <a:pPr>
              <a:defRPr/>
            </a:pPr>
            <a:r>
              <a:rPr lang="en-US" dirty="0"/>
              <a:t>Bullet points</a:t>
            </a:r>
          </a:p>
          <a:p>
            <a:pPr>
              <a:defRPr/>
            </a:pPr>
            <a:r>
              <a:rPr lang="en-US" dirty="0"/>
              <a:t>Bullet points</a:t>
            </a:r>
          </a:p>
          <a:p>
            <a:pPr lvl="1">
              <a:buFont typeface="Arial" panose="020B0604020202020204" pitchFamily="34" charset="0"/>
              <a:buChar char="-"/>
              <a:defRPr/>
            </a:pPr>
            <a:r>
              <a:rPr lang="en-US" sz="1400" dirty="0">
                <a:solidFill>
                  <a:srgbClr val="1C3D7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Sub-bullet point</a:t>
            </a:r>
          </a:p>
          <a:p>
            <a:pPr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7394508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hero image +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5">
            <a:extLst>
              <a:ext uri="{FF2B5EF4-FFF2-40B4-BE49-F238E27FC236}">
                <a16:creationId xmlns:a16="http://schemas.microsoft.com/office/drawing/2014/main" id="{FA0FF9DD-FA38-C644-8804-531A719824B2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287339" y="1322601"/>
            <a:ext cx="8578850" cy="279230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anchor="ctr"/>
          <a:lstStyle>
            <a:lvl1pPr marL="0" indent="0" algn="ctr">
              <a:buNone/>
              <a:defRPr sz="1600" b="0" i="0">
                <a:solidFill>
                  <a:schemeClr val="tx2"/>
                </a:solidFill>
                <a:latin typeface="4 Text" pitchFamily="2" charset="77"/>
              </a:defRPr>
            </a:lvl1pPr>
          </a:lstStyle>
          <a:p>
            <a:r>
              <a:rPr lang="en-US" dirty="0"/>
              <a:t>Drag and drop image</a:t>
            </a:r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C8558A91-5849-F74E-9FFB-8BB3E3F86F0C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87339" y="4177950"/>
            <a:ext cx="8578850" cy="8795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000" b="0" i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342900" indent="0">
              <a:buNone/>
              <a:defRPr sz="1000">
                <a:solidFill>
                  <a:schemeClr val="accent5"/>
                </a:solidFill>
                <a:latin typeface="Channel 4 Chadwick" pitchFamily="2" charset="77"/>
              </a:defRPr>
            </a:lvl2pPr>
            <a:lvl3pPr marL="685800" indent="0">
              <a:buNone/>
              <a:defRPr sz="1000">
                <a:solidFill>
                  <a:schemeClr val="accent5"/>
                </a:solidFill>
                <a:latin typeface="Channel 4 Chadwick" pitchFamily="2" charset="77"/>
              </a:defRPr>
            </a:lvl3pPr>
            <a:lvl4pPr marL="1028700" indent="0">
              <a:buNone/>
              <a:defRPr sz="1000">
                <a:solidFill>
                  <a:schemeClr val="accent5"/>
                </a:solidFill>
                <a:latin typeface="Channel 4 Chadwick" pitchFamily="2" charset="77"/>
              </a:defRPr>
            </a:lvl4pPr>
            <a:lvl5pPr marL="1371600" indent="0">
              <a:buNone/>
              <a:defRPr sz="1000">
                <a:solidFill>
                  <a:schemeClr val="accent5"/>
                </a:solidFill>
                <a:latin typeface="Channel 4 Chadwick" pitchFamily="2" charset="77"/>
              </a:defRPr>
            </a:lvl5pPr>
          </a:lstStyle>
          <a:p>
            <a:pPr lvl="0"/>
            <a:r>
              <a:rPr lang="en-US" dirty="0"/>
              <a:t>Click to edit caption: Arial Regular 10pt</a:t>
            </a:r>
          </a:p>
        </p:txBody>
      </p:sp>
      <p:sp>
        <p:nvSpPr>
          <p:cNvPr id="12" name="Content Placeholder 2"/>
          <p:cNvSpPr>
            <a:spLocks noGrp="1"/>
          </p:cNvSpPr>
          <p:nvPr>
            <p:ph sz="quarter" idx="10" hasCustomPrompt="1"/>
          </p:nvPr>
        </p:nvSpPr>
        <p:spPr>
          <a:xfrm>
            <a:off x="186596" y="262396"/>
            <a:ext cx="8672097" cy="103637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500" b="1">
                <a:solidFill>
                  <a:srgbClr val="1C3D74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slide title (up to 2 lines) – </a:t>
            </a:r>
            <a:br>
              <a:rPr lang="en-US" dirty="0"/>
            </a:br>
            <a:r>
              <a:rPr lang="en-US" dirty="0"/>
              <a:t>Arial Bold 25pt title</a:t>
            </a:r>
          </a:p>
        </p:txBody>
      </p:sp>
    </p:spTree>
    <p:extLst>
      <p:ext uri="{BB962C8B-B14F-4D97-AF65-F5344CB8AC3E}">
        <p14:creationId xmlns:p14="http://schemas.microsoft.com/office/powerpoint/2010/main" val="346159125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ro image +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5">
            <a:extLst>
              <a:ext uri="{FF2B5EF4-FFF2-40B4-BE49-F238E27FC236}">
                <a16:creationId xmlns:a16="http://schemas.microsoft.com/office/drawing/2014/main" id="{EBDDE399-7978-8146-B813-A0B3CFED1CCE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279400" y="250826"/>
            <a:ext cx="8597901" cy="3867149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anchor="ctr"/>
          <a:lstStyle>
            <a:lvl1pPr marL="0" indent="0" algn="ctr">
              <a:buNone/>
              <a:defRPr sz="1600" b="0" i="0">
                <a:solidFill>
                  <a:schemeClr val="tx2"/>
                </a:solidFill>
                <a:latin typeface="4 Text" pitchFamily="2" charset="77"/>
              </a:defRPr>
            </a:lvl1pPr>
          </a:lstStyle>
          <a:p>
            <a:r>
              <a:rPr lang="en-US" dirty="0"/>
              <a:t>Drag and drop image</a:t>
            </a:r>
          </a:p>
        </p:txBody>
      </p:sp>
      <p:sp>
        <p:nvSpPr>
          <p:cNvPr id="6" name="Text Placeholder 8">
            <a:extLst>
              <a:ext uri="{FF2B5EF4-FFF2-40B4-BE49-F238E27FC236}">
                <a16:creationId xmlns:a16="http://schemas.microsoft.com/office/drawing/2014/main" id="{C8558A91-5849-F74E-9FFB-8BB3E3F86F0C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87339" y="4177950"/>
            <a:ext cx="8578850" cy="8795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000" b="0" i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342900" indent="0">
              <a:buNone/>
              <a:defRPr sz="1000">
                <a:solidFill>
                  <a:schemeClr val="accent5"/>
                </a:solidFill>
                <a:latin typeface="Channel 4 Chadwick" pitchFamily="2" charset="77"/>
              </a:defRPr>
            </a:lvl2pPr>
            <a:lvl3pPr marL="685800" indent="0">
              <a:buNone/>
              <a:defRPr sz="1000">
                <a:solidFill>
                  <a:schemeClr val="accent5"/>
                </a:solidFill>
                <a:latin typeface="Channel 4 Chadwick" pitchFamily="2" charset="77"/>
              </a:defRPr>
            </a:lvl3pPr>
            <a:lvl4pPr marL="1028700" indent="0">
              <a:buNone/>
              <a:defRPr sz="1000">
                <a:solidFill>
                  <a:schemeClr val="accent5"/>
                </a:solidFill>
                <a:latin typeface="Channel 4 Chadwick" pitchFamily="2" charset="77"/>
              </a:defRPr>
            </a:lvl4pPr>
            <a:lvl5pPr marL="1371600" indent="0">
              <a:buNone/>
              <a:defRPr sz="1000">
                <a:solidFill>
                  <a:schemeClr val="accent5"/>
                </a:solidFill>
                <a:latin typeface="Channel 4 Chadwick" pitchFamily="2" charset="77"/>
              </a:defRPr>
            </a:lvl5pPr>
          </a:lstStyle>
          <a:p>
            <a:pPr lvl="0"/>
            <a:r>
              <a:rPr lang="en-US" dirty="0"/>
              <a:t>Click to edit caption: Arial Regular 10pt</a:t>
            </a:r>
          </a:p>
        </p:txBody>
      </p:sp>
    </p:spTree>
    <p:extLst>
      <p:ext uri="{BB962C8B-B14F-4D97-AF65-F5344CB8AC3E}">
        <p14:creationId xmlns:p14="http://schemas.microsoft.com/office/powerpoint/2010/main" val="243658652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" name="Group 34">
            <a:extLst>
              <a:ext uri="{FF2B5EF4-FFF2-40B4-BE49-F238E27FC236}">
                <a16:creationId xmlns:a16="http://schemas.microsoft.com/office/drawing/2014/main" id="{D0557C50-0B31-9348-AF2A-301002B74889}"/>
              </a:ext>
            </a:extLst>
          </p:cNvPr>
          <p:cNvGrpSpPr/>
          <p:nvPr userDrawn="1"/>
        </p:nvGrpSpPr>
        <p:grpSpPr>
          <a:xfrm>
            <a:off x="203484" y="1234649"/>
            <a:ext cx="2219675" cy="1349665"/>
            <a:chOff x="1985262" y="1786188"/>
            <a:chExt cx="3594613" cy="2579532"/>
          </a:xfrm>
        </p:grpSpPr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B0759468-3783-DD45-AC2F-7E3842278B7D}"/>
                </a:ext>
              </a:extLst>
            </p:cNvPr>
            <p:cNvSpPr txBox="1"/>
            <p:nvPr/>
          </p:nvSpPr>
          <p:spPr>
            <a:xfrm>
              <a:off x="2401825" y="1786188"/>
              <a:ext cx="2677754" cy="147058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4400" b="1" dirty="0">
                  <a:solidFill>
                    <a:srgbClr val="2DB8C5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19%</a:t>
              </a:r>
            </a:p>
          </p:txBody>
        </p: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7499D1F6-6F64-E045-A629-F16A8AF17DEB}"/>
                </a:ext>
              </a:extLst>
            </p:cNvPr>
            <p:cNvCxnSpPr/>
            <p:nvPr/>
          </p:nvCxnSpPr>
          <p:spPr>
            <a:xfrm flipV="1">
              <a:off x="2114979" y="3256871"/>
              <a:ext cx="3407805" cy="10321"/>
            </a:xfrm>
            <a:prstGeom prst="line">
              <a:avLst/>
            </a:prstGeom>
            <a:ln w="28575">
              <a:solidFill>
                <a:srgbClr val="2DB8C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49D3155A-02B7-9146-95B9-2D706BFA7810}"/>
                </a:ext>
              </a:extLst>
            </p:cNvPr>
            <p:cNvSpPr txBox="1"/>
            <p:nvPr/>
          </p:nvSpPr>
          <p:spPr>
            <a:xfrm>
              <a:off x="1985262" y="3500871"/>
              <a:ext cx="3594613" cy="86484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>
                  <a:solidFill>
                    <a:srgbClr val="2DB8C5"/>
                  </a:solidFill>
                  <a:latin typeface="Arial" panose="020B0604020202020204" pitchFamily="34" charset="0"/>
                  <a:ea typeface="Frutiger-Light" panose="02020603050405020304" pitchFamily="18" charset="77"/>
                  <a:cs typeface="Arial" panose="020B0604020202020204" pitchFamily="34" charset="0"/>
                </a:rPr>
                <a:t>Insert text Insert Text</a:t>
              </a:r>
            </a:p>
            <a:p>
              <a:pPr algn="ctr"/>
              <a:r>
                <a:rPr lang="en-US" sz="1400" dirty="0">
                  <a:solidFill>
                    <a:srgbClr val="2DB8C5"/>
                  </a:solidFill>
                  <a:latin typeface="Arial" panose="020B0604020202020204" pitchFamily="34" charset="0"/>
                  <a:ea typeface="Frutiger-Light" panose="02020603050405020304" pitchFamily="18" charset="77"/>
                  <a:cs typeface="Arial" panose="020B0604020202020204" pitchFamily="34" charset="0"/>
                </a:rPr>
                <a:t>Insert text Insert Text</a:t>
              </a:r>
            </a:p>
          </p:txBody>
        </p:sp>
      </p:grpSp>
      <p:grpSp>
        <p:nvGrpSpPr>
          <p:cNvPr id="52" name="Group 51">
            <a:extLst>
              <a:ext uri="{FF2B5EF4-FFF2-40B4-BE49-F238E27FC236}">
                <a16:creationId xmlns:a16="http://schemas.microsoft.com/office/drawing/2014/main" id="{D0557C50-0B31-9348-AF2A-301002B74889}"/>
              </a:ext>
            </a:extLst>
          </p:cNvPr>
          <p:cNvGrpSpPr/>
          <p:nvPr userDrawn="1"/>
        </p:nvGrpSpPr>
        <p:grpSpPr>
          <a:xfrm>
            <a:off x="3299430" y="1210655"/>
            <a:ext cx="2156489" cy="1349665"/>
            <a:chOff x="1985262" y="1786188"/>
            <a:chExt cx="3594613" cy="2579532"/>
          </a:xfrm>
        </p:grpSpPr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B0759468-3783-DD45-AC2F-7E3842278B7D}"/>
                </a:ext>
              </a:extLst>
            </p:cNvPr>
            <p:cNvSpPr txBox="1"/>
            <p:nvPr/>
          </p:nvSpPr>
          <p:spPr>
            <a:xfrm>
              <a:off x="2401825" y="1786188"/>
              <a:ext cx="2677754" cy="152620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4400" b="1" dirty="0">
                  <a:solidFill>
                    <a:srgbClr val="8D3786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19%</a:t>
              </a:r>
            </a:p>
          </p:txBody>
        </p:sp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7499D1F6-6F64-E045-A629-F16A8AF17DEB}"/>
                </a:ext>
              </a:extLst>
            </p:cNvPr>
            <p:cNvCxnSpPr/>
            <p:nvPr/>
          </p:nvCxnSpPr>
          <p:spPr>
            <a:xfrm flipV="1">
              <a:off x="2114979" y="3256871"/>
              <a:ext cx="3407806" cy="10321"/>
            </a:xfrm>
            <a:prstGeom prst="line">
              <a:avLst/>
            </a:prstGeom>
            <a:ln w="28575">
              <a:solidFill>
                <a:srgbClr val="8D378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49D3155A-02B7-9146-95B9-2D706BFA7810}"/>
                </a:ext>
              </a:extLst>
            </p:cNvPr>
            <p:cNvSpPr txBox="1"/>
            <p:nvPr/>
          </p:nvSpPr>
          <p:spPr>
            <a:xfrm>
              <a:off x="1985262" y="3500872"/>
              <a:ext cx="3594613" cy="86484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>
                  <a:solidFill>
                    <a:srgbClr val="8D3786"/>
                  </a:solidFill>
                  <a:latin typeface="Arial" panose="020B0604020202020204" pitchFamily="34" charset="0"/>
                  <a:ea typeface="Frutiger-Light" panose="02020603050405020304" pitchFamily="18" charset="77"/>
                  <a:cs typeface="Arial" panose="020B0604020202020204" pitchFamily="34" charset="0"/>
                </a:rPr>
                <a:t>Insert text Insert Text</a:t>
              </a:r>
            </a:p>
            <a:p>
              <a:pPr algn="ctr"/>
              <a:r>
                <a:rPr lang="en-US" sz="1400" dirty="0">
                  <a:solidFill>
                    <a:srgbClr val="8D3786"/>
                  </a:solidFill>
                  <a:latin typeface="Arial" panose="020B0604020202020204" pitchFamily="34" charset="0"/>
                  <a:ea typeface="Frutiger-Light" panose="02020603050405020304" pitchFamily="18" charset="77"/>
                  <a:cs typeface="Arial" panose="020B0604020202020204" pitchFamily="34" charset="0"/>
                </a:rPr>
                <a:t>Insert text Insert Text</a:t>
              </a:r>
            </a:p>
          </p:txBody>
        </p:sp>
      </p:grpSp>
      <p:grpSp>
        <p:nvGrpSpPr>
          <p:cNvPr id="56" name="Group 55">
            <a:extLst>
              <a:ext uri="{FF2B5EF4-FFF2-40B4-BE49-F238E27FC236}">
                <a16:creationId xmlns:a16="http://schemas.microsoft.com/office/drawing/2014/main" id="{D0557C50-0B31-9348-AF2A-301002B74889}"/>
              </a:ext>
            </a:extLst>
          </p:cNvPr>
          <p:cNvGrpSpPr/>
          <p:nvPr userDrawn="1"/>
        </p:nvGrpSpPr>
        <p:grpSpPr>
          <a:xfrm>
            <a:off x="6395376" y="1210655"/>
            <a:ext cx="2184743" cy="1349665"/>
            <a:chOff x="1985262" y="1786188"/>
            <a:chExt cx="3594613" cy="2579532"/>
          </a:xfrm>
        </p:grpSpPr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B0759468-3783-DD45-AC2F-7E3842278B7D}"/>
                </a:ext>
              </a:extLst>
            </p:cNvPr>
            <p:cNvSpPr txBox="1"/>
            <p:nvPr/>
          </p:nvSpPr>
          <p:spPr>
            <a:xfrm>
              <a:off x="2401825" y="1786188"/>
              <a:ext cx="2677754" cy="152620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4400" b="1" dirty="0">
                  <a:solidFill>
                    <a:srgbClr val="10746A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19%</a:t>
              </a:r>
            </a:p>
          </p:txBody>
        </p:sp>
        <p:cxnSp>
          <p:nvCxnSpPr>
            <p:cNvPr id="58" name="Straight Connector 57">
              <a:extLst>
                <a:ext uri="{FF2B5EF4-FFF2-40B4-BE49-F238E27FC236}">
                  <a16:creationId xmlns:a16="http://schemas.microsoft.com/office/drawing/2014/main" id="{7499D1F6-6F64-E045-A629-F16A8AF17DEB}"/>
                </a:ext>
              </a:extLst>
            </p:cNvPr>
            <p:cNvCxnSpPr/>
            <p:nvPr/>
          </p:nvCxnSpPr>
          <p:spPr>
            <a:xfrm flipV="1">
              <a:off x="2114979" y="3256871"/>
              <a:ext cx="3407804" cy="10321"/>
            </a:xfrm>
            <a:prstGeom prst="line">
              <a:avLst/>
            </a:prstGeom>
            <a:ln w="28575">
              <a:solidFill>
                <a:srgbClr val="10746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49D3155A-02B7-9146-95B9-2D706BFA7810}"/>
                </a:ext>
              </a:extLst>
            </p:cNvPr>
            <p:cNvSpPr txBox="1"/>
            <p:nvPr/>
          </p:nvSpPr>
          <p:spPr>
            <a:xfrm>
              <a:off x="1985262" y="3500872"/>
              <a:ext cx="3594613" cy="86484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>
                  <a:solidFill>
                    <a:srgbClr val="10746A"/>
                  </a:solidFill>
                  <a:latin typeface="Arial" panose="020B0604020202020204" pitchFamily="34" charset="0"/>
                  <a:ea typeface="Frutiger-Light" panose="02020603050405020304" pitchFamily="18" charset="77"/>
                  <a:cs typeface="Arial" panose="020B0604020202020204" pitchFamily="34" charset="0"/>
                </a:rPr>
                <a:t>Insert text Insert Text</a:t>
              </a:r>
            </a:p>
            <a:p>
              <a:pPr algn="ctr"/>
              <a:r>
                <a:rPr lang="en-US" sz="1400" dirty="0">
                  <a:solidFill>
                    <a:srgbClr val="10746A"/>
                  </a:solidFill>
                  <a:latin typeface="Arial" panose="020B0604020202020204" pitchFamily="34" charset="0"/>
                  <a:ea typeface="Frutiger-Light" panose="02020603050405020304" pitchFamily="18" charset="77"/>
                  <a:cs typeface="Arial" panose="020B0604020202020204" pitchFamily="34" charset="0"/>
                </a:rPr>
                <a:t>Insert text Insert Text</a:t>
              </a:r>
            </a:p>
          </p:txBody>
        </p:sp>
      </p:grpSp>
      <p:grpSp>
        <p:nvGrpSpPr>
          <p:cNvPr id="60" name="Group 59">
            <a:extLst>
              <a:ext uri="{FF2B5EF4-FFF2-40B4-BE49-F238E27FC236}">
                <a16:creationId xmlns:a16="http://schemas.microsoft.com/office/drawing/2014/main" id="{D0557C50-0B31-9348-AF2A-301002B74889}"/>
              </a:ext>
            </a:extLst>
          </p:cNvPr>
          <p:cNvGrpSpPr/>
          <p:nvPr userDrawn="1"/>
        </p:nvGrpSpPr>
        <p:grpSpPr>
          <a:xfrm>
            <a:off x="1800890" y="2785639"/>
            <a:ext cx="2268189" cy="1349665"/>
            <a:chOff x="1985262" y="1786188"/>
            <a:chExt cx="3594613" cy="2579532"/>
          </a:xfrm>
        </p:grpSpPr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B0759468-3783-DD45-AC2F-7E3842278B7D}"/>
                </a:ext>
              </a:extLst>
            </p:cNvPr>
            <p:cNvSpPr txBox="1"/>
            <p:nvPr/>
          </p:nvSpPr>
          <p:spPr>
            <a:xfrm>
              <a:off x="2401825" y="1786188"/>
              <a:ext cx="2677754" cy="147058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4400" b="1" dirty="0">
                  <a:solidFill>
                    <a:srgbClr val="F185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19%</a:t>
              </a:r>
            </a:p>
          </p:txBody>
        </p:sp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7499D1F6-6F64-E045-A629-F16A8AF17DEB}"/>
                </a:ext>
              </a:extLst>
            </p:cNvPr>
            <p:cNvCxnSpPr/>
            <p:nvPr/>
          </p:nvCxnSpPr>
          <p:spPr>
            <a:xfrm flipV="1">
              <a:off x="2114979" y="3256871"/>
              <a:ext cx="3407805" cy="10321"/>
            </a:xfrm>
            <a:prstGeom prst="line">
              <a:avLst/>
            </a:prstGeom>
            <a:ln w="28575">
              <a:solidFill>
                <a:srgbClr val="F185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49D3155A-02B7-9146-95B9-2D706BFA7810}"/>
                </a:ext>
              </a:extLst>
            </p:cNvPr>
            <p:cNvSpPr txBox="1"/>
            <p:nvPr/>
          </p:nvSpPr>
          <p:spPr>
            <a:xfrm>
              <a:off x="1985262" y="3500872"/>
              <a:ext cx="3594613" cy="86484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>
                  <a:solidFill>
                    <a:srgbClr val="F18500"/>
                  </a:solidFill>
                  <a:latin typeface="Arial" panose="020B0604020202020204" pitchFamily="34" charset="0"/>
                  <a:ea typeface="Frutiger-Light" panose="02020603050405020304" pitchFamily="18" charset="77"/>
                  <a:cs typeface="Arial" panose="020B0604020202020204" pitchFamily="34" charset="0"/>
                </a:rPr>
                <a:t>Insert text Insert Text</a:t>
              </a:r>
            </a:p>
            <a:p>
              <a:pPr algn="ctr"/>
              <a:r>
                <a:rPr lang="en-US" sz="1400" dirty="0">
                  <a:solidFill>
                    <a:srgbClr val="F18500"/>
                  </a:solidFill>
                  <a:latin typeface="Arial" panose="020B0604020202020204" pitchFamily="34" charset="0"/>
                  <a:ea typeface="Frutiger-Light" panose="02020603050405020304" pitchFamily="18" charset="77"/>
                  <a:cs typeface="Arial" panose="020B0604020202020204" pitchFamily="34" charset="0"/>
                </a:rPr>
                <a:t>Insert text Insert Text</a:t>
              </a:r>
            </a:p>
          </p:txBody>
        </p:sp>
      </p:grpSp>
      <p:grpSp>
        <p:nvGrpSpPr>
          <p:cNvPr id="64" name="Group 63">
            <a:extLst>
              <a:ext uri="{FF2B5EF4-FFF2-40B4-BE49-F238E27FC236}">
                <a16:creationId xmlns:a16="http://schemas.microsoft.com/office/drawing/2014/main" id="{D0557C50-0B31-9348-AF2A-301002B74889}"/>
              </a:ext>
            </a:extLst>
          </p:cNvPr>
          <p:cNvGrpSpPr/>
          <p:nvPr userDrawn="1"/>
        </p:nvGrpSpPr>
        <p:grpSpPr>
          <a:xfrm>
            <a:off x="4949634" y="2785639"/>
            <a:ext cx="2289366" cy="1349665"/>
            <a:chOff x="1985262" y="1786188"/>
            <a:chExt cx="3594613" cy="2579532"/>
          </a:xfrm>
        </p:grpSpPr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B0759468-3783-DD45-AC2F-7E3842278B7D}"/>
                </a:ext>
              </a:extLst>
            </p:cNvPr>
            <p:cNvSpPr txBox="1"/>
            <p:nvPr/>
          </p:nvSpPr>
          <p:spPr>
            <a:xfrm>
              <a:off x="2401825" y="1786188"/>
              <a:ext cx="2677753" cy="147058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4400" b="1" dirty="0">
                  <a:solidFill>
                    <a:srgbClr val="73B82B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19%</a:t>
              </a:r>
            </a:p>
          </p:txBody>
        </p: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7499D1F6-6F64-E045-A629-F16A8AF17DEB}"/>
                </a:ext>
              </a:extLst>
            </p:cNvPr>
            <p:cNvCxnSpPr/>
            <p:nvPr/>
          </p:nvCxnSpPr>
          <p:spPr>
            <a:xfrm flipV="1">
              <a:off x="2114979" y="3271937"/>
              <a:ext cx="3407805" cy="10321"/>
            </a:xfrm>
            <a:prstGeom prst="line">
              <a:avLst/>
            </a:prstGeom>
            <a:ln w="28575">
              <a:solidFill>
                <a:srgbClr val="73B82B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49D3155A-02B7-9146-95B9-2D706BFA7810}"/>
                </a:ext>
              </a:extLst>
            </p:cNvPr>
            <p:cNvSpPr txBox="1"/>
            <p:nvPr/>
          </p:nvSpPr>
          <p:spPr>
            <a:xfrm>
              <a:off x="1985262" y="3500872"/>
              <a:ext cx="3594613" cy="86484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>
                  <a:solidFill>
                    <a:srgbClr val="73B82B"/>
                  </a:solidFill>
                  <a:latin typeface="Arial" panose="020B0604020202020204" pitchFamily="34" charset="0"/>
                  <a:ea typeface="Frutiger-Light" panose="02020603050405020304" pitchFamily="18" charset="77"/>
                  <a:cs typeface="Arial" panose="020B0604020202020204" pitchFamily="34" charset="0"/>
                </a:rPr>
                <a:t>Insert text Insert Text</a:t>
              </a:r>
            </a:p>
            <a:p>
              <a:pPr algn="ctr"/>
              <a:r>
                <a:rPr lang="en-US" sz="1400" dirty="0">
                  <a:solidFill>
                    <a:srgbClr val="73B82B"/>
                  </a:solidFill>
                  <a:latin typeface="Arial" panose="020B0604020202020204" pitchFamily="34" charset="0"/>
                  <a:ea typeface="Frutiger-Light" panose="02020603050405020304" pitchFamily="18" charset="77"/>
                  <a:cs typeface="Arial" panose="020B0604020202020204" pitchFamily="34" charset="0"/>
                </a:rPr>
                <a:t>Insert text Insert Text</a:t>
              </a:r>
            </a:p>
          </p:txBody>
        </p:sp>
      </p:grpSp>
      <p:sp>
        <p:nvSpPr>
          <p:cNvPr id="23" name="Content Placeholder 2"/>
          <p:cNvSpPr>
            <a:spLocks noGrp="1"/>
          </p:cNvSpPr>
          <p:nvPr>
            <p:ph sz="quarter" idx="10" hasCustomPrompt="1"/>
          </p:nvPr>
        </p:nvSpPr>
        <p:spPr>
          <a:xfrm>
            <a:off x="186596" y="211096"/>
            <a:ext cx="8672097" cy="11715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500" b="1">
                <a:solidFill>
                  <a:srgbClr val="1C3D74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slide title (up to 2 lines) – </a:t>
            </a:r>
            <a:br>
              <a:rPr lang="en-US" dirty="0"/>
            </a:br>
            <a:r>
              <a:rPr lang="en-US" dirty="0"/>
              <a:t>Arial Bold 25pt title</a:t>
            </a:r>
          </a:p>
        </p:txBody>
      </p:sp>
    </p:spTree>
    <p:extLst>
      <p:ext uri="{BB962C8B-B14F-4D97-AF65-F5344CB8AC3E}">
        <p14:creationId xmlns:p14="http://schemas.microsoft.com/office/powerpoint/2010/main" val="247687535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ntent 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4348A56A-D03E-7C4E-AE8E-F896E6A5A11B}"/>
              </a:ext>
            </a:extLst>
          </p:cNvPr>
          <p:cNvGraphicFramePr/>
          <p:nvPr userDrawn="1">
            <p:extLst>
              <p:ext uri="{D42A27DB-BD31-4B8C-83A1-F6EECF244321}">
                <p14:modId xmlns:p14="http://schemas.microsoft.com/office/powerpoint/2010/main" val="286463332"/>
              </p:ext>
            </p:extLst>
          </p:nvPr>
        </p:nvGraphicFramePr>
        <p:xfrm>
          <a:off x="2925649" y="1218723"/>
          <a:ext cx="4923808" cy="314917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7" name="Content Placeholder 2"/>
          <p:cNvSpPr>
            <a:spLocks noGrp="1"/>
          </p:cNvSpPr>
          <p:nvPr>
            <p:ph sz="quarter" idx="10" hasCustomPrompt="1"/>
          </p:nvPr>
        </p:nvSpPr>
        <p:spPr>
          <a:xfrm>
            <a:off x="186596" y="262396"/>
            <a:ext cx="8672097" cy="103637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500" b="1">
                <a:solidFill>
                  <a:srgbClr val="1C3D74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slide title (up to 2 lines) – </a:t>
            </a:r>
            <a:br>
              <a:rPr lang="en-US" dirty="0"/>
            </a:br>
            <a:r>
              <a:rPr lang="en-US" dirty="0"/>
              <a:t>Arial Bold 25pt title</a:t>
            </a:r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A91CD518-0B4F-4DDD-8245-74B5057E966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6597" y="1311275"/>
            <a:ext cx="2296627" cy="2952750"/>
          </a:xfrm>
          <a:prstGeom prst="rect">
            <a:avLst/>
          </a:prstGeom>
        </p:spPr>
        <p:txBody>
          <a:bodyPr/>
          <a:lstStyle>
            <a:lvl1pPr marL="285750" indent="-285750">
              <a:buFont typeface="Arial" panose="020B0604020202020204" pitchFamily="34" charset="0"/>
              <a:buChar char="•"/>
              <a:defRPr sz="1400">
                <a:solidFill>
                  <a:srgbClr val="1C3D74"/>
                </a:solidFill>
                <a:latin typeface="+mj-lt"/>
              </a:defRPr>
            </a:lvl1pPr>
            <a:lvl2pPr>
              <a:buFont typeface="Arial" panose="020B0604020202020204" pitchFamily="34" charset="0"/>
              <a:buChar char="-"/>
              <a:defRPr sz="1400">
                <a:solidFill>
                  <a:srgbClr val="1C3D74"/>
                </a:solidFill>
                <a:latin typeface="+mj-lt"/>
              </a:defRPr>
            </a:lvl2pPr>
            <a:lvl3pPr>
              <a:defRPr>
                <a:solidFill>
                  <a:srgbClr val="1C3D74"/>
                </a:solidFill>
                <a:latin typeface="+mj-lt"/>
              </a:defRPr>
            </a:lvl3pPr>
            <a:lvl4pPr>
              <a:defRPr>
                <a:solidFill>
                  <a:srgbClr val="1C3D74"/>
                </a:solidFill>
                <a:latin typeface="+mj-lt"/>
              </a:defRPr>
            </a:lvl4pPr>
            <a:lvl5pPr>
              <a:defRPr>
                <a:solidFill>
                  <a:srgbClr val="1C3D74"/>
                </a:solidFill>
                <a:latin typeface="+mj-lt"/>
              </a:defRPr>
            </a:lvl5pPr>
          </a:lstStyle>
          <a:p>
            <a:pPr marL="0" indent="0">
              <a:buNone/>
            </a:pPr>
            <a:r>
              <a:rPr lang="en-US" dirty="0"/>
              <a:t>Click to edit Master title style – Arial Regular 14pt</a:t>
            </a:r>
          </a:p>
          <a:p>
            <a:r>
              <a:rPr lang="en-US" dirty="0"/>
              <a:t>Bullet points</a:t>
            </a:r>
          </a:p>
          <a:p>
            <a:pPr>
              <a:defRPr/>
            </a:pPr>
            <a:r>
              <a:rPr lang="en-US" dirty="0"/>
              <a:t>Bullet points</a:t>
            </a:r>
          </a:p>
          <a:p>
            <a:pPr>
              <a:defRPr/>
            </a:pPr>
            <a:r>
              <a:rPr lang="en-US" dirty="0"/>
              <a:t>Bullet points</a:t>
            </a:r>
          </a:p>
          <a:p>
            <a:pPr lvl="1">
              <a:buFont typeface="Arial" panose="020B0604020202020204" pitchFamily="34" charset="0"/>
              <a:buChar char="-"/>
              <a:defRPr/>
            </a:pPr>
            <a:r>
              <a:rPr lang="en-US" sz="1400" dirty="0">
                <a:solidFill>
                  <a:srgbClr val="1C3D7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Sub-bullet point</a:t>
            </a:r>
          </a:p>
          <a:p>
            <a:pPr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380185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ontent 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ADE844C2-66A4-7347-BB76-EF1AA2EFEA89}"/>
              </a:ext>
            </a:extLst>
          </p:cNvPr>
          <p:cNvGraphicFramePr/>
          <p:nvPr userDrawn="1">
            <p:extLst>
              <p:ext uri="{D42A27DB-BD31-4B8C-83A1-F6EECF244321}">
                <p14:modId xmlns:p14="http://schemas.microsoft.com/office/powerpoint/2010/main" val="1544693725"/>
              </p:ext>
            </p:extLst>
          </p:nvPr>
        </p:nvGraphicFramePr>
        <p:xfrm>
          <a:off x="3380198" y="1259540"/>
          <a:ext cx="5003514" cy="329575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7" name="Content Placeholder 2"/>
          <p:cNvSpPr>
            <a:spLocks noGrp="1"/>
          </p:cNvSpPr>
          <p:nvPr>
            <p:ph sz="quarter" idx="10" hasCustomPrompt="1"/>
          </p:nvPr>
        </p:nvSpPr>
        <p:spPr>
          <a:xfrm>
            <a:off x="186596" y="262396"/>
            <a:ext cx="8672097" cy="103637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500" b="1">
                <a:solidFill>
                  <a:srgbClr val="1C3D74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slide title (up to 2 lines) – </a:t>
            </a:r>
            <a:br>
              <a:rPr lang="en-US" dirty="0"/>
            </a:br>
            <a:r>
              <a:rPr lang="en-US" dirty="0"/>
              <a:t>Arial Bold 25pt title</a:t>
            </a:r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796BE319-1C15-41CC-A596-E46D2BF7CC7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6597" y="1311275"/>
            <a:ext cx="2296627" cy="2952750"/>
          </a:xfrm>
          <a:prstGeom prst="rect">
            <a:avLst/>
          </a:prstGeom>
        </p:spPr>
        <p:txBody>
          <a:bodyPr/>
          <a:lstStyle>
            <a:lvl1pPr marL="285750" indent="-285750">
              <a:buFont typeface="Arial" panose="020B0604020202020204" pitchFamily="34" charset="0"/>
              <a:buChar char="•"/>
              <a:defRPr sz="1400">
                <a:solidFill>
                  <a:srgbClr val="1C3D74"/>
                </a:solidFill>
                <a:latin typeface="+mj-lt"/>
              </a:defRPr>
            </a:lvl1pPr>
            <a:lvl2pPr>
              <a:buFont typeface="Arial" panose="020B0604020202020204" pitchFamily="34" charset="0"/>
              <a:buChar char="-"/>
              <a:defRPr sz="1400">
                <a:solidFill>
                  <a:srgbClr val="1C3D74"/>
                </a:solidFill>
                <a:latin typeface="+mj-lt"/>
              </a:defRPr>
            </a:lvl2pPr>
            <a:lvl3pPr>
              <a:defRPr>
                <a:solidFill>
                  <a:srgbClr val="1C3D74"/>
                </a:solidFill>
                <a:latin typeface="+mj-lt"/>
              </a:defRPr>
            </a:lvl3pPr>
            <a:lvl4pPr>
              <a:defRPr>
                <a:solidFill>
                  <a:srgbClr val="1C3D74"/>
                </a:solidFill>
                <a:latin typeface="+mj-lt"/>
              </a:defRPr>
            </a:lvl4pPr>
            <a:lvl5pPr>
              <a:defRPr>
                <a:solidFill>
                  <a:srgbClr val="1C3D74"/>
                </a:solidFill>
                <a:latin typeface="+mj-lt"/>
              </a:defRPr>
            </a:lvl5pPr>
          </a:lstStyle>
          <a:p>
            <a:pPr marL="0" indent="0">
              <a:buNone/>
            </a:pPr>
            <a:r>
              <a:rPr lang="en-US" dirty="0"/>
              <a:t>Click to edit Master title style – Arial Regular 14pt</a:t>
            </a:r>
          </a:p>
          <a:p>
            <a:r>
              <a:rPr lang="en-US" dirty="0"/>
              <a:t>Bullet points</a:t>
            </a:r>
          </a:p>
          <a:p>
            <a:pPr>
              <a:defRPr/>
            </a:pPr>
            <a:r>
              <a:rPr lang="en-US" dirty="0"/>
              <a:t>Bullet points</a:t>
            </a:r>
          </a:p>
          <a:p>
            <a:pPr>
              <a:defRPr/>
            </a:pPr>
            <a:r>
              <a:rPr lang="en-US" dirty="0"/>
              <a:t>Bullet points</a:t>
            </a:r>
          </a:p>
          <a:p>
            <a:pPr lvl="1">
              <a:buFont typeface="Arial" panose="020B0604020202020204" pitchFamily="34" charset="0"/>
              <a:buChar char="-"/>
              <a:defRPr/>
            </a:pPr>
            <a:r>
              <a:rPr lang="en-US" sz="1400" dirty="0">
                <a:solidFill>
                  <a:srgbClr val="1C3D7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Sub-bullet point</a:t>
            </a:r>
          </a:p>
          <a:p>
            <a:pPr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7081320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Content 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EF8E69A5-8A32-3B48-8662-8A79DC2E0921}"/>
              </a:ext>
            </a:extLst>
          </p:cNvPr>
          <p:cNvGraphicFramePr/>
          <p:nvPr userDrawn="1">
            <p:extLst>
              <p:ext uri="{D42A27DB-BD31-4B8C-83A1-F6EECF244321}">
                <p14:modId xmlns:p14="http://schemas.microsoft.com/office/powerpoint/2010/main" val="3268563056"/>
              </p:ext>
            </p:extLst>
          </p:nvPr>
        </p:nvGraphicFramePr>
        <p:xfrm>
          <a:off x="2586555" y="1209354"/>
          <a:ext cx="5804951" cy="302748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7" name="Content Placeholder 2"/>
          <p:cNvSpPr>
            <a:spLocks noGrp="1"/>
          </p:cNvSpPr>
          <p:nvPr>
            <p:ph sz="quarter" idx="10" hasCustomPrompt="1"/>
          </p:nvPr>
        </p:nvSpPr>
        <p:spPr>
          <a:xfrm>
            <a:off x="186596" y="262396"/>
            <a:ext cx="8672097" cy="103637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500" b="1">
                <a:solidFill>
                  <a:srgbClr val="1C3D74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slide title (up to 2 lines) – </a:t>
            </a:r>
            <a:br>
              <a:rPr lang="en-US" dirty="0"/>
            </a:br>
            <a:r>
              <a:rPr lang="en-US" dirty="0"/>
              <a:t>Arial Bold 25pt title</a:t>
            </a:r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020285F8-6946-46F6-9325-70AD32F1D6C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6597" y="1311275"/>
            <a:ext cx="2296627" cy="2952750"/>
          </a:xfrm>
          <a:prstGeom prst="rect">
            <a:avLst/>
          </a:prstGeom>
        </p:spPr>
        <p:txBody>
          <a:bodyPr/>
          <a:lstStyle>
            <a:lvl1pPr marL="285750" indent="-285750">
              <a:buFont typeface="Arial" panose="020B0604020202020204" pitchFamily="34" charset="0"/>
              <a:buChar char="•"/>
              <a:defRPr sz="1400">
                <a:solidFill>
                  <a:srgbClr val="1C3D74"/>
                </a:solidFill>
                <a:latin typeface="+mj-lt"/>
              </a:defRPr>
            </a:lvl1pPr>
            <a:lvl2pPr>
              <a:buFont typeface="Arial" panose="020B0604020202020204" pitchFamily="34" charset="0"/>
              <a:buChar char="-"/>
              <a:defRPr sz="1400">
                <a:solidFill>
                  <a:srgbClr val="1C3D74"/>
                </a:solidFill>
                <a:latin typeface="+mj-lt"/>
              </a:defRPr>
            </a:lvl2pPr>
            <a:lvl3pPr>
              <a:defRPr>
                <a:solidFill>
                  <a:srgbClr val="1C3D74"/>
                </a:solidFill>
                <a:latin typeface="+mj-lt"/>
              </a:defRPr>
            </a:lvl3pPr>
            <a:lvl4pPr>
              <a:defRPr>
                <a:solidFill>
                  <a:srgbClr val="1C3D74"/>
                </a:solidFill>
                <a:latin typeface="+mj-lt"/>
              </a:defRPr>
            </a:lvl4pPr>
            <a:lvl5pPr>
              <a:defRPr>
                <a:solidFill>
                  <a:srgbClr val="1C3D74"/>
                </a:solidFill>
                <a:latin typeface="+mj-lt"/>
              </a:defRPr>
            </a:lvl5pPr>
          </a:lstStyle>
          <a:p>
            <a:pPr marL="0" indent="0">
              <a:buNone/>
            </a:pPr>
            <a:r>
              <a:rPr lang="en-US" dirty="0"/>
              <a:t>Click to edit Master title style – Arial Regular 14pt</a:t>
            </a:r>
          </a:p>
          <a:p>
            <a:r>
              <a:rPr lang="en-US" dirty="0"/>
              <a:t>Bullet points</a:t>
            </a:r>
          </a:p>
          <a:p>
            <a:pPr>
              <a:defRPr/>
            </a:pPr>
            <a:r>
              <a:rPr lang="en-US" dirty="0"/>
              <a:t>Bullet points</a:t>
            </a:r>
          </a:p>
          <a:p>
            <a:pPr>
              <a:defRPr/>
            </a:pPr>
            <a:r>
              <a:rPr lang="en-US" dirty="0"/>
              <a:t>Bullet points</a:t>
            </a:r>
          </a:p>
          <a:p>
            <a:pPr lvl="1">
              <a:buFont typeface="Arial" panose="020B0604020202020204" pitchFamily="34" charset="0"/>
              <a:buChar char="-"/>
              <a:defRPr/>
            </a:pPr>
            <a:r>
              <a:rPr lang="en-US" sz="1400" dirty="0">
                <a:solidFill>
                  <a:srgbClr val="1C3D7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Sub-bullet point</a:t>
            </a:r>
          </a:p>
          <a:p>
            <a:pPr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14826278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Content 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3AFD6674-8208-4117-92B8-8BA50FAB180F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2266213361"/>
              </p:ext>
            </p:extLst>
          </p:nvPr>
        </p:nvGraphicFramePr>
        <p:xfrm>
          <a:off x="287338" y="1689652"/>
          <a:ext cx="7137192" cy="11063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9532">
                  <a:extLst>
                    <a:ext uri="{9D8B030D-6E8A-4147-A177-3AD203B41FA5}">
                      <a16:colId xmlns:a16="http://schemas.microsoft.com/office/drawing/2014/main" val="3822116847"/>
                    </a:ext>
                  </a:extLst>
                </a:gridCol>
                <a:gridCol w="1189532">
                  <a:extLst>
                    <a:ext uri="{9D8B030D-6E8A-4147-A177-3AD203B41FA5}">
                      <a16:colId xmlns:a16="http://schemas.microsoft.com/office/drawing/2014/main" val="1796008628"/>
                    </a:ext>
                  </a:extLst>
                </a:gridCol>
                <a:gridCol w="1189532">
                  <a:extLst>
                    <a:ext uri="{9D8B030D-6E8A-4147-A177-3AD203B41FA5}">
                      <a16:colId xmlns:a16="http://schemas.microsoft.com/office/drawing/2014/main" val="3879958063"/>
                    </a:ext>
                  </a:extLst>
                </a:gridCol>
                <a:gridCol w="1189532">
                  <a:extLst>
                    <a:ext uri="{9D8B030D-6E8A-4147-A177-3AD203B41FA5}">
                      <a16:colId xmlns:a16="http://schemas.microsoft.com/office/drawing/2014/main" val="3650332254"/>
                    </a:ext>
                  </a:extLst>
                </a:gridCol>
                <a:gridCol w="1189532">
                  <a:extLst>
                    <a:ext uri="{9D8B030D-6E8A-4147-A177-3AD203B41FA5}">
                      <a16:colId xmlns:a16="http://schemas.microsoft.com/office/drawing/2014/main" val="3035283889"/>
                    </a:ext>
                  </a:extLst>
                </a:gridCol>
                <a:gridCol w="1189532">
                  <a:extLst>
                    <a:ext uri="{9D8B030D-6E8A-4147-A177-3AD203B41FA5}">
                      <a16:colId xmlns:a16="http://schemas.microsoft.com/office/drawing/2014/main" val="2593290401"/>
                    </a:ext>
                  </a:extLst>
                </a:gridCol>
              </a:tblGrid>
              <a:tr h="276586">
                <a:tc>
                  <a:txBody>
                    <a:bodyPr/>
                    <a:lstStyle/>
                    <a:p>
                      <a:pPr algn="ctr"/>
                      <a:r>
                        <a:rPr lang="en-US" sz="800" b="0" i="0" dirty="0">
                          <a:latin typeface="+mj-lt"/>
                        </a:rPr>
                        <a:t>XXXXXXXXXXXXX</a:t>
                      </a:r>
                    </a:p>
                  </a:txBody>
                  <a:tcPr marL="32707" marR="32707" marT="49061" marB="49061" anchor="ctr">
                    <a:lnL w="12700" cap="flat" cmpd="sng" algn="ctr">
                      <a:solidFill>
                        <a:srgbClr val="1C3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3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3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D7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+mj-lt"/>
                          <a:ea typeface="+mn-ea"/>
                          <a:cs typeface="+mn-cs"/>
                        </a:rPr>
                        <a:t>XXXXXXXXXXXX</a:t>
                      </a:r>
                      <a:endParaRPr lang="en-US" sz="800" dirty="0">
                        <a:latin typeface="+mj-lt"/>
                      </a:endParaRPr>
                    </a:p>
                  </a:txBody>
                  <a:tcPr marL="32707" marR="32707" marT="49061" marB="49061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3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3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D7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+mj-lt"/>
                          <a:ea typeface="+mn-ea"/>
                          <a:cs typeface="+mn-cs"/>
                        </a:rPr>
                        <a:t>XXXXXXXXXXXXX</a:t>
                      </a:r>
                      <a:endParaRPr kumimoji="0" 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32707" marR="32707" marT="49061" marB="49061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3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3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D7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+mj-lt"/>
                          <a:ea typeface="+mn-ea"/>
                          <a:cs typeface="+mn-cs"/>
                        </a:rPr>
                        <a:t>XXXXXXXXXXXXX</a:t>
                      </a:r>
                      <a:endParaRPr kumimoji="0" 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32707" marR="32707" marT="49061" marB="49061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3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3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D7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+mj-lt"/>
                          <a:ea typeface="+mn-ea"/>
                          <a:cs typeface="+mn-cs"/>
                        </a:rPr>
                        <a:t>XXXXXXXXXXXXX</a:t>
                      </a:r>
                      <a:endParaRPr kumimoji="0" 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32707" marR="32707" marT="49061" marB="49061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3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3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D7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+mj-lt"/>
                          <a:ea typeface="+mn-ea"/>
                          <a:cs typeface="+mn-cs"/>
                        </a:rPr>
                        <a:t>XXXXXXXXXXXXX</a:t>
                      </a:r>
                      <a:endParaRPr kumimoji="0" 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32707" marR="32707" marT="49061" marB="49061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3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3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3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D7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7180098"/>
                  </a:ext>
                </a:extLst>
              </a:tr>
              <a:tr h="276586">
                <a:tc>
                  <a:txBody>
                    <a:bodyPr/>
                    <a:lstStyle/>
                    <a:p>
                      <a:pPr algn="ctr"/>
                      <a:r>
                        <a:rPr lang="en-US" sz="800" b="0" i="0" dirty="0" err="1">
                          <a:solidFill>
                            <a:schemeClr val="tx1"/>
                          </a:solidFill>
                          <a:latin typeface="+mj-lt"/>
                        </a:rPr>
                        <a:t>xxxxxxxxxx</a:t>
                      </a:r>
                      <a:endParaRPr lang="en-US" sz="800" b="0" i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32707" marR="32707" marT="49061" marB="49061" anchor="ctr">
                    <a:lnL w="12700" cap="flat" cmpd="sng" algn="ctr">
                      <a:solidFill>
                        <a:srgbClr val="001B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3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3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1B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="0" i="0" dirty="0" err="1">
                          <a:solidFill>
                            <a:schemeClr val="tx1"/>
                          </a:solidFill>
                          <a:latin typeface="+mj-lt"/>
                        </a:rPr>
                        <a:t>xxxxxxxxxx</a:t>
                      </a:r>
                      <a:endParaRPr lang="en-US" sz="800" b="0" i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32707" marR="32707" marT="49061" marB="49061" anchor="ctr">
                    <a:lnL w="12700" cap="flat" cmpd="sng" algn="ctr">
                      <a:solidFill>
                        <a:srgbClr val="1C3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3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3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3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="0" i="0" dirty="0" err="1">
                          <a:solidFill>
                            <a:schemeClr val="tx1"/>
                          </a:solidFill>
                          <a:latin typeface="+mj-lt"/>
                        </a:rPr>
                        <a:t>xxxxxxxxxx</a:t>
                      </a:r>
                      <a:endParaRPr lang="en-US" sz="800" b="0" i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32707" marR="32707" marT="49061" marB="49061" anchor="ctr">
                    <a:lnL w="12700" cap="flat" cmpd="sng" algn="ctr">
                      <a:solidFill>
                        <a:srgbClr val="1C3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3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3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3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="0" i="0" dirty="0" err="1">
                          <a:solidFill>
                            <a:schemeClr val="tx1"/>
                          </a:solidFill>
                          <a:latin typeface="+mj-lt"/>
                        </a:rPr>
                        <a:t>xxxxxxxxxx</a:t>
                      </a:r>
                      <a:endParaRPr lang="en-US" sz="800" b="0" i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32707" marR="32707" marT="49061" marB="49061" anchor="ctr">
                    <a:lnL w="12700" cap="flat" cmpd="sng" algn="ctr">
                      <a:solidFill>
                        <a:srgbClr val="1C3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3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3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3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="0" i="0" dirty="0" err="1">
                          <a:solidFill>
                            <a:schemeClr val="tx1"/>
                          </a:solidFill>
                          <a:latin typeface="+mj-lt"/>
                        </a:rPr>
                        <a:t>xxxxxxxxxx</a:t>
                      </a:r>
                      <a:endParaRPr lang="en-US" sz="800" b="0" i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32707" marR="32707" marT="49061" marB="49061" anchor="ctr">
                    <a:lnL w="12700" cap="flat" cmpd="sng" algn="ctr">
                      <a:solidFill>
                        <a:srgbClr val="1C3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3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3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3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="0" i="0" dirty="0" err="1">
                          <a:solidFill>
                            <a:schemeClr val="tx1"/>
                          </a:solidFill>
                          <a:latin typeface="+mj-lt"/>
                        </a:rPr>
                        <a:t>xxxxxxxxxx</a:t>
                      </a:r>
                      <a:endParaRPr lang="en-US" sz="800" b="0" i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32707" marR="32707" marT="49061" marB="49061" anchor="ctr">
                    <a:lnL w="12700" cap="flat" cmpd="sng" algn="ctr">
                      <a:solidFill>
                        <a:srgbClr val="1C3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3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3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3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8255196"/>
                  </a:ext>
                </a:extLst>
              </a:tr>
              <a:tr h="27658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="0" i="0" dirty="0" err="1">
                          <a:solidFill>
                            <a:schemeClr val="tx1"/>
                          </a:solidFill>
                          <a:latin typeface="+mj-lt"/>
                        </a:rPr>
                        <a:t>xxxxxxxxxx</a:t>
                      </a:r>
                      <a:endParaRPr lang="en-US" sz="800" b="0" i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32707" marR="32707" marT="49061" marB="49061" anchor="ctr">
                    <a:lnL w="12700" cap="flat" cmpd="sng" algn="ctr">
                      <a:solidFill>
                        <a:srgbClr val="001B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3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1B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1B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="0" i="0" dirty="0" err="1">
                          <a:solidFill>
                            <a:schemeClr val="tx1"/>
                          </a:solidFill>
                          <a:latin typeface="+mj-lt"/>
                        </a:rPr>
                        <a:t>xxxxxxxxxx</a:t>
                      </a:r>
                      <a:endParaRPr lang="en-US" sz="800" b="0" i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32707" marR="32707" marT="49061" marB="49061" anchor="ctr">
                    <a:lnL w="12700" cap="flat" cmpd="sng" algn="ctr">
                      <a:solidFill>
                        <a:srgbClr val="1C3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3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3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3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="0" i="0" dirty="0" err="1">
                          <a:solidFill>
                            <a:schemeClr val="tx1"/>
                          </a:solidFill>
                          <a:latin typeface="+mj-lt"/>
                        </a:rPr>
                        <a:t>xxxxxxxxxx</a:t>
                      </a:r>
                      <a:endParaRPr lang="en-US" sz="800" b="0" i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32707" marR="32707" marT="49061" marB="49061" anchor="ctr">
                    <a:lnL w="12700" cap="flat" cmpd="sng" algn="ctr">
                      <a:solidFill>
                        <a:srgbClr val="1C3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3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3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3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="0" i="0" dirty="0" err="1">
                          <a:solidFill>
                            <a:schemeClr val="tx1"/>
                          </a:solidFill>
                          <a:latin typeface="+mj-lt"/>
                        </a:rPr>
                        <a:t>xxxxxxxxxx</a:t>
                      </a:r>
                      <a:endParaRPr lang="en-US" sz="800" b="0" i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32707" marR="32707" marT="49061" marB="49061" anchor="ctr">
                    <a:lnL w="12700" cap="flat" cmpd="sng" algn="ctr">
                      <a:solidFill>
                        <a:srgbClr val="1C3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3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3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3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="0" i="0" dirty="0" err="1">
                          <a:solidFill>
                            <a:schemeClr val="tx1"/>
                          </a:solidFill>
                          <a:latin typeface="+mj-lt"/>
                        </a:rPr>
                        <a:t>xxxxxxxxxx</a:t>
                      </a:r>
                      <a:endParaRPr lang="en-US" sz="800" b="0" i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32707" marR="32707" marT="49061" marB="49061" anchor="ctr">
                    <a:lnL w="12700" cap="flat" cmpd="sng" algn="ctr">
                      <a:solidFill>
                        <a:srgbClr val="1C3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3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3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3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="0" i="0" dirty="0" err="1">
                          <a:solidFill>
                            <a:schemeClr val="tx1"/>
                          </a:solidFill>
                          <a:latin typeface="+mj-lt"/>
                        </a:rPr>
                        <a:t>xxxxxxxxxx</a:t>
                      </a:r>
                      <a:endParaRPr lang="en-US" sz="800" b="0" i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32707" marR="32707" marT="49061" marB="49061" anchor="ctr">
                    <a:lnL w="12700" cap="flat" cmpd="sng" algn="ctr">
                      <a:solidFill>
                        <a:srgbClr val="1C3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3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3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3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77887121"/>
                  </a:ext>
                </a:extLst>
              </a:tr>
              <a:tr h="27658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="0" i="0" dirty="0" err="1">
                          <a:solidFill>
                            <a:schemeClr val="tx1"/>
                          </a:solidFill>
                          <a:latin typeface="+mj-lt"/>
                        </a:rPr>
                        <a:t>xxxxxxxxxx</a:t>
                      </a:r>
                      <a:endParaRPr lang="en-US" sz="800" b="0" i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32707" marR="32707" marT="49061" marB="49061" anchor="ctr">
                    <a:lnL w="12700" cap="flat" cmpd="sng" algn="ctr">
                      <a:solidFill>
                        <a:srgbClr val="001B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3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1B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1B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="0" i="0" dirty="0" err="1">
                          <a:solidFill>
                            <a:schemeClr val="tx1"/>
                          </a:solidFill>
                          <a:latin typeface="+mj-lt"/>
                        </a:rPr>
                        <a:t>xxxxxxxxxx</a:t>
                      </a:r>
                      <a:endParaRPr lang="en-US" sz="800" b="0" i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32707" marR="32707" marT="49061" marB="49061" anchor="ctr">
                    <a:lnL w="12700" cap="flat" cmpd="sng" algn="ctr">
                      <a:solidFill>
                        <a:srgbClr val="1C3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3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3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3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="0" i="0" dirty="0" err="1">
                          <a:solidFill>
                            <a:schemeClr val="tx1"/>
                          </a:solidFill>
                          <a:latin typeface="+mj-lt"/>
                        </a:rPr>
                        <a:t>xxxxxxxxxx</a:t>
                      </a:r>
                      <a:endParaRPr lang="en-US" sz="800" b="0" i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32707" marR="32707" marT="49061" marB="49061" anchor="ctr">
                    <a:lnL w="12700" cap="flat" cmpd="sng" algn="ctr">
                      <a:solidFill>
                        <a:srgbClr val="1C3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3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3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3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="0" i="0" dirty="0" err="1">
                          <a:solidFill>
                            <a:schemeClr val="tx1"/>
                          </a:solidFill>
                          <a:latin typeface="+mj-lt"/>
                        </a:rPr>
                        <a:t>xxxxxxxxxx</a:t>
                      </a:r>
                      <a:endParaRPr lang="en-US" sz="800" b="0" i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32707" marR="32707" marT="49061" marB="49061" anchor="ctr">
                    <a:lnL w="12700" cap="flat" cmpd="sng" algn="ctr">
                      <a:solidFill>
                        <a:srgbClr val="1C3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3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3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3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="0" i="0" dirty="0" err="1">
                          <a:solidFill>
                            <a:schemeClr val="tx1"/>
                          </a:solidFill>
                          <a:latin typeface="+mj-lt"/>
                        </a:rPr>
                        <a:t>xxxxxxxxxx</a:t>
                      </a:r>
                      <a:endParaRPr lang="en-US" sz="800" b="0" i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32707" marR="32707" marT="49061" marB="49061" anchor="ctr">
                    <a:lnL w="12700" cap="flat" cmpd="sng" algn="ctr">
                      <a:solidFill>
                        <a:srgbClr val="1C3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3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3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3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0" i="0" dirty="0" err="1">
                          <a:solidFill>
                            <a:schemeClr val="tx1"/>
                          </a:solidFill>
                          <a:latin typeface="+mj-lt"/>
                        </a:rPr>
                        <a:t>xxxxxxxxxx</a:t>
                      </a:r>
                      <a:endParaRPr lang="en-US" sz="800" b="0" i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32707" marR="32707" marT="49061" marB="49061" anchor="ctr">
                    <a:lnL w="12700" cap="flat" cmpd="sng" algn="ctr">
                      <a:solidFill>
                        <a:srgbClr val="1C3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3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3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3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57991891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485AC98B-3184-4158-8DB1-FD0896BAEA5C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2248348035"/>
              </p:ext>
            </p:extLst>
          </p:nvPr>
        </p:nvGraphicFramePr>
        <p:xfrm>
          <a:off x="287338" y="3153802"/>
          <a:ext cx="7137192" cy="11063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9532">
                  <a:extLst>
                    <a:ext uri="{9D8B030D-6E8A-4147-A177-3AD203B41FA5}">
                      <a16:colId xmlns:a16="http://schemas.microsoft.com/office/drawing/2014/main" val="3822116847"/>
                    </a:ext>
                  </a:extLst>
                </a:gridCol>
                <a:gridCol w="1189532">
                  <a:extLst>
                    <a:ext uri="{9D8B030D-6E8A-4147-A177-3AD203B41FA5}">
                      <a16:colId xmlns:a16="http://schemas.microsoft.com/office/drawing/2014/main" val="1796008628"/>
                    </a:ext>
                  </a:extLst>
                </a:gridCol>
                <a:gridCol w="1189532">
                  <a:extLst>
                    <a:ext uri="{9D8B030D-6E8A-4147-A177-3AD203B41FA5}">
                      <a16:colId xmlns:a16="http://schemas.microsoft.com/office/drawing/2014/main" val="3879958063"/>
                    </a:ext>
                  </a:extLst>
                </a:gridCol>
                <a:gridCol w="1189532">
                  <a:extLst>
                    <a:ext uri="{9D8B030D-6E8A-4147-A177-3AD203B41FA5}">
                      <a16:colId xmlns:a16="http://schemas.microsoft.com/office/drawing/2014/main" val="3650332254"/>
                    </a:ext>
                  </a:extLst>
                </a:gridCol>
                <a:gridCol w="1189532">
                  <a:extLst>
                    <a:ext uri="{9D8B030D-6E8A-4147-A177-3AD203B41FA5}">
                      <a16:colId xmlns:a16="http://schemas.microsoft.com/office/drawing/2014/main" val="3035283889"/>
                    </a:ext>
                  </a:extLst>
                </a:gridCol>
                <a:gridCol w="1189532">
                  <a:extLst>
                    <a:ext uri="{9D8B030D-6E8A-4147-A177-3AD203B41FA5}">
                      <a16:colId xmlns:a16="http://schemas.microsoft.com/office/drawing/2014/main" val="2593290401"/>
                    </a:ext>
                  </a:extLst>
                </a:gridCol>
              </a:tblGrid>
              <a:tr h="276586">
                <a:tc>
                  <a:txBody>
                    <a:bodyPr/>
                    <a:lstStyle/>
                    <a:p>
                      <a:pPr algn="ctr"/>
                      <a:r>
                        <a:rPr lang="en-US" sz="800" b="0" i="0" dirty="0">
                          <a:latin typeface="+mj-lt"/>
                        </a:rPr>
                        <a:t>XXXXXXXXXXXXX</a:t>
                      </a:r>
                    </a:p>
                  </a:txBody>
                  <a:tcPr marL="32707" marR="32707" marT="49061" marB="49061" anchor="ctr">
                    <a:lnL w="12700" cap="flat" cmpd="sng" algn="ctr">
                      <a:solidFill>
                        <a:srgbClr val="2DB8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rgbClr val="2DB8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B8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B8C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+mj-lt"/>
                          <a:ea typeface="+mn-ea"/>
                          <a:cs typeface="+mn-cs"/>
                        </a:rPr>
                        <a:t>XXXXXXXXXXXX</a:t>
                      </a:r>
                      <a:endParaRPr lang="en-US" sz="800" dirty="0">
                        <a:latin typeface="+mj-lt"/>
                      </a:endParaRPr>
                    </a:p>
                  </a:txBody>
                  <a:tcPr marL="32707" marR="32707" marT="49061" marB="49061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rgbClr val="2DB8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B8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B8C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+mj-lt"/>
                          <a:ea typeface="+mn-ea"/>
                          <a:cs typeface="+mn-cs"/>
                        </a:rPr>
                        <a:t>XXXXXXXXXXXXX</a:t>
                      </a:r>
                      <a:endParaRPr kumimoji="0" 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32707" marR="32707" marT="49061" marB="49061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rgbClr val="2DB8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B8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B8C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+mj-lt"/>
                          <a:ea typeface="+mn-ea"/>
                          <a:cs typeface="+mn-cs"/>
                        </a:rPr>
                        <a:t>XXXXXXXXXXXXX</a:t>
                      </a:r>
                      <a:endParaRPr kumimoji="0" 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32707" marR="32707" marT="49061" marB="49061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rgbClr val="2DB8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B8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B8C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+mj-lt"/>
                          <a:ea typeface="+mn-ea"/>
                          <a:cs typeface="+mn-cs"/>
                        </a:rPr>
                        <a:t>XXXXXXXXXXXXX</a:t>
                      </a:r>
                      <a:endParaRPr kumimoji="0" 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32707" marR="32707" marT="49061" marB="49061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rgbClr val="2DB8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B8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B8C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+mj-lt"/>
                          <a:ea typeface="+mn-ea"/>
                          <a:cs typeface="+mn-cs"/>
                        </a:rPr>
                        <a:t>XXXXXXXXXXXXX</a:t>
                      </a:r>
                      <a:endParaRPr kumimoji="0" 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32707" marR="32707" marT="49061" marB="49061" anchor="ctr">
                    <a:lnL w="12700" cmpd="sng">
                      <a:noFill/>
                    </a:lnL>
                    <a:lnR w="12700" cap="flat" cmpd="sng" algn="ctr">
                      <a:solidFill>
                        <a:srgbClr val="2DB8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B8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B8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B8C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7180098"/>
                  </a:ext>
                </a:extLst>
              </a:tr>
              <a:tr h="276586">
                <a:tc>
                  <a:txBody>
                    <a:bodyPr/>
                    <a:lstStyle/>
                    <a:p>
                      <a:pPr algn="ctr"/>
                      <a:r>
                        <a:rPr lang="en-US" sz="800" b="0" i="0" dirty="0" err="1">
                          <a:solidFill>
                            <a:schemeClr val="tx1"/>
                          </a:solidFill>
                          <a:latin typeface="+mj-lt"/>
                        </a:rPr>
                        <a:t>xxxxxxxxxx</a:t>
                      </a:r>
                      <a:endParaRPr lang="en-US" sz="800" b="0" i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32707" marR="32707" marT="49061" marB="49061" anchor="ctr">
                    <a:lnL w="12700" cap="flat" cmpd="sng" algn="ctr">
                      <a:solidFill>
                        <a:srgbClr val="2DB8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B8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B8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B8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="0" i="0" dirty="0" err="1">
                          <a:solidFill>
                            <a:schemeClr val="tx1"/>
                          </a:solidFill>
                          <a:latin typeface="+mj-lt"/>
                        </a:rPr>
                        <a:t>xxxxxxxxxx</a:t>
                      </a:r>
                      <a:endParaRPr lang="en-US" sz="800" b="0" i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32707" marR="32707" marT="49061" marB="49061" anchor="ctr">
                    <a:lnL w="12700" cap="flat" cmpd="sng" algn="ctr">
                      <a:solidFill>
                        <a:srgbClr val="2DB8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B8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B8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B8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="0" i="0" dirty="0" err="1">
                          <a:solidFill>
                            <a:schemeClr val="tx1"/>
                          </a:solidFill>
                          <a:latin typeface="+mj-lt"/>
                        </a:rPr>
                        <a:t>xxxxxxxxxx</a:t>
                      </a:r>
                      <a:endParaRPr lang="en-US" sz="800" b="0" i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32707" marR="32707" marT="49061" marB="49061" anchor="ctr">
                    <a:lnL w="12700" cap="flat" cmpd="sng" algn="ctr">
                      <a:solidFill>
                        <a:srgbClr val="2DB8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B8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B8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B8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="0" i="0" dirty="0" err="1">
                          <a:solidFill>
                            <a:schemeClr val="tx1"/>
                          </a:solidFill>
                          <a:latin typeface="+mj-lt"/>
                        </a:rPr>
                        <a:t>xxxxxxxxxx</a:t>
                      </a:r>
                      <a:endParaRPr lang="en-US" sz="800" b="0" i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32707" marR="32707" marT="49061" marB="49061" anchor="ctr">
                    <a:lnL w="12700" cap="flat" cmpd="sng" algn="ctr">
                      <a:solidFill>
                        <a:srgbClr val="2DB8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B8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B8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B8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="0" i="0" dirty="0" err="1">
                          <a:solidFill>
                            <a:schemeClr val="tx1"/>
                          </a:solidFill>
                          <a:latin typeface="+mj-lt"/>
                        </a:rPr>
                        <a:t>xxxxxxxxxx</a:t>
                      </a:r>
                      <a:endParaRPr lang="en-US" sz="800" b="0" i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32707" marR="32707" marT="49061" marB="49061" anchor="ctr">
                    <a:lnL w="12700" cap="flat" cmpd="sng" algn="ctr">
                      <a:solidFill>
                        <a:srgbClr val="2DB8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B8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B8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B8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="0" i="0" dirty="0" err="1">
                          <a:solidFill>
                            <a:schemeClr val="tx1"/>
                          </a:solidFill>
                          <a:latin typeface="+mj-lt"/>
                        </a:rPr>
                        <a:t>xxxxxxxxxx</a:t>
                      </a:r>
                      <a:endParaRPr lang="en-US" sz="800" b="0" i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32707" marR="32707" marT="49061" marB="49061" anchor="ctr">
                    <a:lnL w="12700" cap="flat" cmpd="sng" algn="ctr">
                      <a:solidFill>
                        <a:srgbClr val="2DB8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B8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B8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B8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8255196"/>
                  </a:ext>
                </a:extLst>
              </a:tr>
              <a:tr h="27658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="0" i="0" dirty="0" err="1">
                          <a:solidFill>
                            <a:schemeClr val="tx1"/>
                          </a:solidFill>
                          <a:latin typeface="+mj-lt"/>
                        </a:rPr>
                        <a:t>xxxxxxxxxx</a:t>
                      </a:r>
                      <a:endParaRPr lang="en-US" sz="800" b="0" i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32707" marR="32707" marT="49061" marB="49061" anchor="ctr">
                    <a:lnL w="12700" cap="flat" cmpd="sng" algn="ctr">
                      <a:solidFill>
                        <a:srgbClr val="2DB8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B8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B8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B8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="0" i="0" dirty="0" err="1">
                          <a:solidFill>
                            <a:schemeClr val="tx1"/>
                          </a:solidFill>
                          <a:latin typeface="+mj-lt"/>
                        </a:rPr>
                        <a:t>xxxxxxxxxx</a:t>
                      </a:r>
                      <a:endParaRPr lang="en-US" sz="800" b="0" i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32707" marR="32707" marT="49061" marB="49061" anchor="ctr">
                    <a:lnL w="12700" cap="flat" cmpd="sng" algn="ctr">
                      <a:solidFill>
                        <a:srgbClr val="2DB8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B8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B8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B8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="0" i="0" dirty="0" err="1">
                          <a:solidFill>
                            <a:schemeClr val="tx1"/>
                          </a:solidFill>
                          <a:latin typeface="+mj-lt"/>
                        </a:rPr>
                        <a:t>xxxxxxxxxx</a:t>
                      </a:r>
                      <a:endParaRPr lang="en-US" sz="800" b="0" i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32707" marR="32707" marT="49061" marB="49061" anchor="ctr">
                    <a:lnL w="12700" cap="flat" cmpd="sng" algn="ctr">
                      <a:solidFill>
                        <a:srgbClr val="2DB8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B8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B8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B8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="0" i="0" dirty="0" err="1">
                          <a:solidFill>
                            <a:schemeClr val="tx1"/>
                          </a:solidFill>
                          <a:latin typeface="+mj-lt"/>
                        </a:rPr>
                        <a:t>xxxxxxxxxx</a:t>
                      </a:r>
                      <a:endParaRPr lang="en-US" sz="800" b="0" i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32707" marR="32707" marT="49061" marB="49061" anchor="ctr">
                    <a:lnL w="12700" cap="flat" cmpd="sng" algn="ctr">
                      <a:solidFill>
                        <a:srgbClr val="2DB8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B8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B8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B8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="0" i="0" dirty="0" err="1">
                          <a:solidFill>
                            <a:schemeClr val="tx1"/>
                          </a:solidFill>
                          <a:latin typeface="+mj-lt"/>
                        </a:rPr>
                        <a:t>xxxxxxxxxx</a:t>
                      </a:r>
                      <a:endParaRPr lang="en-US" sz="800" b="0" i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32707" marR="32707" marT="49061" marB="49061" anchor="ctr">
                    <a:lnL w="12700" cap="flat" cmpd="sng" algn="ctr">
                      <a:solidFill>
                        <a:srgbClr val="2DB8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B8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B8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B8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="0" i="0" dirty="0" err="1">
                          <a:solidFill>
                            <a:schemeClr val="tx1"/>
                          </a:solidFill>
                          <a:latin typeface="+mj-lt"/>
                        </a:rPr>
                        <a:t>xxxxxxxxxx</a:t>
                      </a:r>
                      <a:endParaRPr lang="en-US" sz="800" b="0" i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32707" marR="32707" marT="49061" marB="49061" anchor="ctr">
                    <a:lnL w="12700" cap="flat" cmpd="sng" algn="ctr">
                      <a:solidFill>
                        <a:srgbClr val="2DB8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B8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B8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B8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77887121"/>
                  </a:ext>
                </a:extLst>
              </a:tr>
              <a:tr h="27658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="0" i="0" dirty="0" err="1">
                          <a:solidFill>
                            <a:schemeClr val="tx1"/>
                          </a:solidFill>
                          <a:latin typeface="+mj-lt"/>
                        </a:rPr>
                        <a:t>xxxxxxxxxx</a:t>
                      </a:r>
                      <a:endParaRPr lang="en-US" sz="800" b="0" i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32707" marR="32707" marT="49061" marB="49061" anchor="ctr">
                    <a:lnL w="12700" cap="flat" cmpd="sng" algn="ctr">
                      <a:solidFill>
                        <a:srgbClr val="2DB8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B8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B8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B8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="0" i="0" dirty="0" err="1">
                          <a:solidFill>
                            <a:schemeClr val="tx1"/>
                          </a:solidFill>
                          <a:latin typeface="+mj-lt"/>
                        </a:rPr>
                        <a:t>xxxxxxxxxx</a:t>
                      </a:r>
                      <a:endParaRPr lang="en-US" sz="800" b="0" i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32707" marR="32707" marT="49061" marB="49061" anchor="ctr">
                    <a:lnL w="12700" cap="flat" cmpd="sng" algn="ctr">
                      <a:solidFill>
                        <a:srgbClr val="2DB8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B8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B8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B8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="0" i="0" dirty="0" err="1">
                          <a:solidFill>
                            <a:schemeClr val="tx1"/>
                          </a:solidFill>
                          <a:latin typeface="+mj-lt"/>
                        </a:rPr>
                        <a:t>xxxxxxxxxx</a:t>
                      </a:r>
                      <a:endParaRPr lang="en-US" sz="800" b="0" i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32707" marR="32707" marT="49061" marB="49061" anchor="ctr">
                    <a:lnL w="12700" cap="flat" cmpd="sng" algn="ctr">
                      <a:solidFill>
                        <a:srgbClr val="2DB8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B8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B8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B8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="0" i="0" dirty="0" err="1">
                          <a:solidFill>
                            <a:schemeClr val="tx1"/>
                          </a:solidFill>
                          <a:latin typeface="+mj-lt"/>
                        </a:rPr>
                        <a:t>xxxxxxxxxx</a:t>
                      </a:r>
                      <a:endParaRPr lang="en-US" sz="800" b="0" i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32707" marR="32707" marT="49061" marB="49061" anchor="ctr">
                    <a:lnL w="12700" cap="flat" cmpd="sng" algn="ctr">
                      <a:solidFill>
                        <a:srgbClr val="2DB8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B8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B8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B8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="0" i="0" dirty="0" err="1">
                          <a:solidFill>
                            <a:schemeClr val="tx1"/>
                          </a:solidFill>
                          <a:latin typeface="+mj-lt"/>
                        </a:rPr>
                        <a:t>xxxxxxxxxx</a:t>
                      </a:r>
                      <a:endParaRPr lang="en-US" sz="800" b="0" i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32707" marR="32707" marT="49061" marB="49061" anchor="ctr">
                    <a:lnL w="12700" cap="flat" cmpd="sng" algn="ctr">
                      <a:solidFill>
                        <a:srgbClr val="2DB8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B8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B8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B8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0" i="0" dirty="0" err="1">
                          <a:solidFill>
                            <a:schemeClr val="tx1"/>
                          </a:solidFill>
                          <a:latin typeface="+mj-lt"/>
                        </a:rPr>
                        <a:t>xxxxxxxxxx</a:t>
                      </a:r>
                      <a:endParaRPr lang="en-US" sz="800" b="0" i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32707" marR="32707" marT="49061" marB="49061" anchor="ctr">
                    <a:lnL w="12700" cap="flat" cmpd="sng" algn="ctr">
                      <a:solidFill>
                        <a:srgbClr val="2DB8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B8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B8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B8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57991891"/>
                  </a:ext>
                </a:extLst>
              </a:tr>
            </a:tbl>
          </a:graphicData>
        </a:graphic>
      </p:graphicFrame>
      <p:sp>
        <p:nvSpPr>
          <p:cNvPr id="10" name="Content Placeholder 2"/>
          <p:cNvSpPr>
            <a:spLocks noGrp="1"/>
          </p:cNvSpPr>
          <p:nvPr>
            <p:ph sz="quarter" idx="10" hasCustomPrompt="1"/>
          </p:nvPr>
        </p:nvSpPr>
        <p:spPr>
          <a:xfrm>
            <a:off x="186596" y="262396"/>
            <a:ext cx="8672097" cy="103637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500" b="1">
                <a:solidFill>
                  <a:srgbClr val="1C3D74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slide title (up to 2 lines) – </a:t>
            </a:r>
            <a:br>
              <a:rPr lang="en-US" dirty="0"/>
            </a:br>
            <a:r>
              <a:rPr lang="en-US" dirty="0"/>
              <a:t>Arial Bold 25pt title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3ABA65EC-BE67-47F1-855B-E0BFD2EA8CE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6596" y="1311275"/>
            <a:ext cx="8672097" cy="2952750"/>
          </a:xfrm>
          <a:prstGeom prst="rect">
            <a:avLst/>
          </a:prstGeom>
        </p:spPr>
        <p:txBody>
          <a:bodyPr/>
          <a:lstStyle>
            <a:lvl1pPr marL="285750" indent="-285750">
              <a:buFont typeface="Arial" panose="020B0604020202020204" pitchFamily="34" charset="0"/>
              <a:buChar char="•"/>
              <a:defRPr sz="1400">
                <a:solidFill>
                  <a:srgbClr val="1C3D74"/>
                </a:solidFill>
                <a:latin typeface="+mj-lt"/>
              </a:defRPr>
            </a:lvl1pPr>
            <a:lvl2pPr>
              <a:buFont typeface="Arial" panose="020B0604020202020204" pitchFamily="34" charset="0"/>
              <a:buChar char="-"/>
              <a:defRPr sz="1400">
                <a:solidFill>
                  <a:srgbClr val="1C3D74"/>
                </a:solidFill>
                <a:latin typeface="+mj-lt"/>
              </a:defRPr>
            </a:lvl2pPr>
            <a:lvl3pPr>
              <a:defRPr>
                <a:solidFill>
                  <a:srgbClr val="1C3D74"/>
                </a:solidFill>
                <a:latin typeface="+mj-lt"/>
              </a:defRPr>
            </a:lvl3pPr>
            <a:lvl4pPr>
              <a:defRPr>
                <a:solidFill>
                  <a:srgbClr val="1C3D74"/>
                </a:solidFill>
                <a:latin typeface="+mj-lt"/>
              </a:defRPr>
            </a:lvl4pPr>
            <a:lvl5pPr>
              <a:defRPr>
                <a:solidFill>
                  <a:srgbClr val="1C3D74"/>
                </a:solidFill>
                <a:latin typeface="+mj-lt"/>
              </a:defRPr>
            </a:lvl5pPr>
          </a:lstStyle>
          <a:p>
            <a:pPr marL="0" indent="0">
              <a:buNone/>
            </a:pPr>
            <a:r>
              <a:rPr lang="en-US" dirty="0"/>
              <a:t>Click to edit Master title style – Arial Regular 14pt</a:t>
            </a:r>
          </a:p>
        </p:txBody>
      </p:sp>
    </p:spTree>
    <p:extLst>
      <p:ext uri="{BB962C8B-B14F-4D97-AF65-F5344CB8AC3E}">
        <p14:creationId xmlns:p14="http://schemas.microsoft.com/office/powerpoint/2010/main" val="3833570291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End slide_Logo">
    <p:bg>
      <p:bgPr>
        <a:solidFill>
          <a:srgbClr val="1C3D7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90F016AB-50EC-D145-8FEE-4F74E8E3B1D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126986" y="3228967"/>
            <a:ext cx="4335556" cy="1158812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AF811C00-D549-464E-ADFA-3C1836754071}"/>
              </a:ext>
            </a:extLst>
          </p:cNvPr>
          <p:cNvSpPr txBox="1"/>
          <p:nvPr userDrawn="1"/>
        </p:nvSpPr>
        <p:spPr>
          <a:xfrm>
            <a:off x="3282511" y="1820461"/>
            <a:ext cx="277041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GB" sz="3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263592765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End slide_Logo">
    <p:bg>
      <p:bgPr>
        <a:solidFill>
          <a:srgbClr val="1C3D7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90F016AB-50EC-D145-8FEE-4F74E8E3B1D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126986" y="1954745"/>
            <a:ext cx="4335556" cy="11588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36928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pn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5.xml"/><Relationship Id="rId13" Type="http://schemas.openxmlformats.org/officeDocument/2006/relationships/slideLayout" Target="../slideLayouts/slideLayout20.xml"/><Relationship Id="rId18" Type="http://schemas.openxmlformats.org/officeDocument/2006/relationships/theme" Target="../theme/theme2.xml"/><Relationship Id="rId3" Type="http://schemas.openxmlformats.org/officeDocument/2006/relationships/slideLayout" Target="../slideLayouts/slideLayout10.xml"/><Relationship Id="rId7" Type="http://schemas.openxmlformats.org/officeDocument/2006/relationships/slideLayout" Target="../slideLayouts/slideLayout14.xml"/><Relationship Id="rId12" Type="http://schemas.openxmlformats.org/officeDocument/2006/relationships/slideLayout" Target="../slideLayouts/slideLayout19.xml"/><Relationship Id="rId17" Type="http://schemas.openxmlformats.org/officeDocument/2006/relationships/slideLayout" Target="../slideLayouts/slideLayout24.xml"/><Relationship Id="rId2" Type="http://schemas.openxmlformats.org/officeDocument/2006/relationships/slideLayout" Target="../slideLayouts/slideLayout9.xml"/><Relationship Id="rId16" Type="http://schemas.openxmlformats.org/officeDocument/2006/relationships/slideLayout" Target="../slideLayouts/slideLayout23.xml"/><Relationship Id="rId20" Type="http://schemas.openxmlformats.org/officeDocument/2006/relationships/image" Target="../media/image1.png"/><Relationship Id="rId1" Type="http://schemas.openxmlformats.org/officeDocument/2006/relationships/slideLayout" Target="../slideLayouts/slideLayout8.xml"/><Relationship Id="rId6" Type="http://schemas.openxmlformats.org/officeDocument/2006/relationships/slideLayout" Target="../slideLayouts/slideLayout13.xml"/><Relationship Id="rId11" Type="http://schemas.openxmlformats.org/officeDocument/2006/relationships/slideLayout" Target="../slideLayouts/slideLayout18.xml"/><Relationship Id="rId5" Type="http://schemas.openxmlformats.org/officeDocument/2006/relationships/slideLayout" Target="../slideLayouts/slideLayout12.xml"/><Relationship Id="rId15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17.xml"/><Relationship Id="rId19" Type="http://schemas.openxmlformats.org/officeDocument/2006/relationships/image" Target="../media/image2.jpg"/><Relationship Id="rId4" Type="http://schemas.openxmlformats.org/officeDocument/2006/relationships/slideLayout" Target="../slideLayouts/slideLayout11.xml"/><Relationship Id="rId9" Type="http://schemas.openxmlformats.org/officeDocument/2006/relationships/slideLayout" Target="../slideLayouts/slideLayout16.xml"/><Relationship Id="rId14" Type="http://schemas.openxmlformats.org/officeDocument/2006/relationships/slideLayout" Target="../slideLayouts/slideLayout21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theme" Target="../theme/theme3.xml"/><Relationship Id="rId2" Type="http://schemas.openxmlformats.org/officeDocument/2006/relationships/slideLayout" Target="../slideLayouts/slideLayout26.xml"/><Relationship Id="rId1" Type="http://schemas.openxmlformats.org/officeDocument/2006/relationships/slideLayout" Target="../slideLayouts/slideLayout2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0F016AB-50EC-D145-8FEE-4F74E8E3B1D6}"/>
              </a:ext>
            </a:extLst>
          </p:cNvPr>
          <p:cNvPicPr>
            <a:picLocks noChangeAspect="1"/>
          </p:cNvPicPr>
          <p:nvPr userDrawn="1"/>
        </p:nvPicPr>
        <p:blipFill>
          <a:blip r:embed="rId9"/>
          <a:stretch>
            <a:fillRect/>
          </a:stretch>
        </p:blipFill>
        <p:spPr>
          <a:xfrm>
            <a:off x="298188" y="373575"/>
            <a:ext cx="2489200" cy="665316"/>
          </a:xfrm>
          <a:prstGeom prst="rect">
            <a:avLst/>
          </a:prstGeom>
        </p:spPr>
      </p:pic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CA670BE8-3C46-EF4F-BC90-6793A5222276}"/>
              </a:ext>
            </a:extLst>
          </p:cNvPr>
          <p:cNvCxnSpPr/>
          <p:nvPr userDrawn="1"/>
        </p:nvCxnSpPr>
        <p:spPr>
          <a:xfrm>
            <a:off x="298188" y="4830791"/>
            <a:ext cx="85680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767794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7" r:id="rId1"/>
    <p:sldLayoutId id="2147483750" r:id="rId2"/>
    <p:sldLayoutId id="2147483765" r:id="rId3"/>
    <p:sldLayoutId id="2147483766" r:id="rId4"/>
    <p:sldLayoutId id="2147483767" r:id="rId5"/>
    <p:sldLayoutId id="2147483768" r:id="rId6"/>
    <p:sldLayoutId id="2147483769" r:id="rId7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2880" userDrawn="1">
          <p15:clr>
            <a:srgbClr val="F26B43"/>
          </p15:clr>
        </p15:guide>
        <p15:guide id="2" orient="horz" pos="158" userDrawn="1">
          <p15:clr>
            <a:srgbClr val="F26B43"/>
          </p15:clr>
        </p15:guide>
        <p15:guide id="3" pos="176" userDrawn="1">
          <p15:clr>
            <a:srgbClr val="F26B43"/>
          </p15:clr>
        </p15:guide>
        <p15:guide id="4" orient="horz" pos="2981" userDrawn="1">
          <p15:clr>
            <a:srgbClr val="F26B43"/>
          </p15:clr>
        </p15:guide>
        <p15:guide id="5" pos="5585" userDrawn="1">
          <p15:clr>
            <a:srgbClr val="F26B43"/>
          </p15:clr>
        </p15:guide>
        <p15:guide id="6" orient="horz" pos="1620" userDrawn="1">
          <p15:clr>
            <a:srgbClr val="F26B43"/>
          </p15:clr>
        </p15:guide>
        <p15:guide id="7" orient="horz" pos="554" userDrawn="1">
          <p15:clr>
            <a:srgbClr val="F26B43"/>
          </p15:clr>
        </p15:guide>
        <p15:guide id="8" orient="horz" pos="690" userDrawn="1">
          <p15:clr>
            <a:srgbClr val="F26B43"/>
          </p15:clr>
        </p15:guide>
        <p15:guide id="9" orient="horz" pos="826" userDrawn="1">
          <p15:clr>
            <a:srgbClr val="F26B43"/>
          </p15:clr>
        </p15:guide>
        <p15:guide id="10" pos="2812" userDrawn="1">
          <p15:clr>
            <a:srgbClr val="F26B43"/>
          </p15:clr>
        </p15:guide>
        <p15:guide id="11" pos="2948" userDrawn="1">
          <p15:clr>
            <a:srgbClr val="F26B43"/>
          </p15:clr>
        </p15:guide>
        <p15:guide id="12" pos="1474" userDrawn="1">
          <p15:clr>
            <a:srgbClr val="F26B43"/>
          </p15:clr>
        </p15:guide>
        <p15:guide id="13" pos="4263" userDrawn="1">
          <p15:clr>
            <a:srgbClr val="F26B43"/>
          </p15:clr>
        </p15:guide>
        <p15:guide id="14" orient="horz" pos="2822" userDrawn="1">
          <p15:clr>
            <a:srgbClr val="F26B43"/>
          </p15:clr>
        </p15:guide>
        <p15:guide id="15" orient="horz" pos="2754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A23B30F1-BEAB-1D48-98D9-E0838B9BE62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9"/>
          <a:srcRect t="86937"/>
          <a:stretch/>
        </p:blipFill>
        <p:spPr>
          <a:xfrm>
            <a:off x="0" y="4471626"/>
            <a:ext cx="9144000" cy="67187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F674CA67-DD21-8043-AD24-58925882A109}"/>
              </a:ext>
            </a:extLst>
          </p:cNvPr>
          <p:cNvPicPr>
            <a:picLocks noChangeAspect="1"/>
          </p:cNvPicPr>
          <p:nvPr userDrawn="1"/>
        </p:nvPicPr>
        <p:blipFill>
          <a:blip r:embed="rId20">
            <a:alphaModFix/>
          </a:blip>
          <a:stretch>
            <a:fillRect/>
          </a:stretch>
        </p:blipFill>
        <p:spPr>
          <a:xfrm>
            <a:off x="298188" y="4539884"/>
            <a:ext cx="1760102" cy="470442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5EFACAD1-D0A6-9749-A5C6-07C38D8E6F7D}"/>
              </a:ext>
            </a:extLst>
          </p:cNvPr>
          <p:cNvSpPr txBox="1"/>
          <p:nvPr userDrawn="1"/>
        </p:nvSpPr>
        <p:spPr>
          <a:xfrm>
            <a:off x="7926850" y="4846638"/>
            <a:ext cx="939338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A98891B2-5225-5C40-A770-7C3A43B5E5B1}" type="slidenum">
              <a:rPr lang="en-US" sz="900" b="0" i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r"/>
              <a:t>‹#›</a:t>
            </a:fld>
            <a:endParaRPr lang="en-US" sz="900" b="0" i="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76957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85" r:id="rId1"/>
    <p:sldLayoutId id="2147483868" r:id="rId2"/>
    <p:sldLayoutId id="2147483869" r:id="rId3"/>
    <p:sldLayoutId id="2147483870" r:id="rId4"/>
    <p:sldLayoutId id="2147483871" r:id="rId5"/>
    <p:sldLayoutId id="2147483872" r:id="rId6"/>
    <p:sldLayoutId id="2147483873" r:id="rId7"/>
    <p:sldLayoutId id="2147483874" r:id="rId8"/>
    <p:sldLayoutId id="2147483875" r:id="rId9"/>
    <p:sldLayoutId id="2147483876" r:id="rId10"/>
    <p:sldLayoutId id="2147483877" r:id="rId11"/>
    <p:sldLayoutId id="2147483878" r:id="rId12"/>
    <p:sldLayoutId id="2147483879" r:id="rId13"/>
    <p:sldLayoutId id="2147483880" r:id="rId14"/>
    <p:sldLayoutId id="2147483881" r:id="rId15"/>
    <p:sldLayoutId id="2147483882" r:id="rId16"/>
    <p:sldLayoutId id="2147483883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686">
          <p15:clr>
            <a:srgbClr val="F26B43"/>
          </p15:clr>
        </p15:guide>
        <p15:guide id="2" pos="181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034661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44" r:id="rId1"/>
    <p:sldLayoutId id="2147483884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2"/>
          <p:cNvSpPr>
            <a:spLocks noGrp="1"/>
          </p:cNvSpPr>
          <p:nvPr>
            <p:ph sz="quarter" idx="10" hasCustomPrompt="1"/>
          </p:nvPr>
        </p:nvSpPr>
        <p:spPr>
          <a:xfrm>
            <a:off x="438912" y="1056051"/>
            <a:ext cx="7870825" cy="820155"/>
          </a:xfrm>
          <a:prstGeom prst="rect">
            <a:avLst/>
          </a:prstGeom>
        </p:spPr>
        <p:txBody>
          <a:bodyPr wrap="square" lIns="0" tIns="0" rIns="0" bIns="0"/>
          <a:lstStyle>
            <a:lvl1pPr marL="0" indent="0">
              <a:buNone/>
              <a:defRPr sz="40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algn="l"/>
            <a:r>
              <a:rPr sz="2500" b="1" dirty="0">
                <a:solidFill>
                  <a:srgbClr val="1B4A3A"/>
                </a:solidFill>
              </a:rPr>
              <a:t>Android Chinese Words Game App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" y="1463040"/>
            <a:ext cx="1417320" cy="256032"/>
          </a:xfrm>
          <a:prstGeom prst="roundRect">
            <a:avLst/>
          </a:prstGeom>
          <a:solidFill>
            <a:srgbClr val="E8F2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38912" y="1472184"/>
            <a:ext cx="1417320" cy="182880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 algn="ctr"/>
            <a:r>
              <a:rPr sz="1000" b="1" dirty="0">
                <a:solidFill>
                  <a:srgbClr val="689454"/>
                </a:solidFill>
              </a:rPr>
              <a:t>UNDERGRADUATE DEFENCE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20995" y="2126061"/>
            <a:ext cx="4206240" cy="914400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 algn="l"/>
            <a:r>
              <a:rPr sz="2000" b="1" dirty="0">
                <a:solidFill>
                  <a:srgbClr val="282E2B"/>
                </a:solidFill>
              </a:rPr>
              <a:t>Design and Implementation of a Gamified Native Android App for Chinese Learning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3749039"/>
            <a:ext cx="3749039" cy="777240"/>
          </a:xfrm>
          <a:prstGeom prst="roundRect">
            <a:avLst/>
          </a:prstGeom>
          <a:solidFill>
            <a:srgbClr val="F4F9F1"/>
          </a:solidFill>
          <a:ln>
            <a:solidFill>
              <a:srgbClr val="C9D6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94360" y="3913632"/>
            <a:ext cx="3474720" cy="411480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 algn="l"/>
            <a:r>
              <a:rPr sz="1100" b="0" dirty="0">
                <a:solidFill>
                  <a:srgbClr val="1B4A3A"/>
                </a:solidFill>
              </a:rPr>
              <a:t>Liu Weiliang | BUPT 2022213200 / QMUL 221166552 | 20 April 2026</a:t>
            </a:r>
          </a:p>
        </p:txBody>
      </p:sp>
      <p:pic>
        <p:nvPicPr>
          <p:cNvPr id="14" name="Picture 13" descr="b6db589c-7942-45dd-b976-168c70c0582a.jpg"/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3223" b="92090" l="5469" r="91016">
                        <a14:foregroundMark x1="33594" y1="82715" x2="40820" y2="84863"/>
                        <a14:foregroundMark x1="19336" y1="88477" x2="47754" y2="87207"/>
                        <a14:foregroundMark x1="91113" y1="79785" x2="83691" y2="88086"/>
                        <a14:foregroundMark x1="69238" y1="92090" x2="72852" y2="91699"/>
                        <a14:backgroundMark x1="5762" y1="391" x2="5957" y2="5273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367528" y="1188720"/>
            <a:ext cx="3337560" cy="333756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5486400" y="4526280"/>
            <a:ext cx="2514600" cy="274320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 algn="ctr"/>
            <a:r>
              <a:rPr sz="1100" b="1">
                <a:solidFill>
                  <a:srgbClr val="689454"/>
                </a:solidFill>
              </a:rPr>
              <a:t>Simple, visual, and learner-friendly</a:t>
            </a:r>
          </a:p>
        </p:txBody>
      </p:sp>
    </p:spTree>
    <p:extLst>
      <p:ext uri="{BB962C8B-B14F-4D97-AF65-F5344CB8AC3E}">
        <p14:creationId xmlns:p14="http://schemas.microsoft.com/office/powerpoint/2010/main" val="21438922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94E8EB0-BF83-4882-B4F4-5882631EFB1B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186596" y="163097"/>
            <a:ext cx="8672097" cy="617079"/>
          </a:xfrm>
        </p:spPr>
        <p:txBody>
          <a:bodyPr wrap="square" lIns="0" tIns="0" rIns="0" bIns="0"/>
          <a:lstStyle/>
          <a:p>
            <a:pPr algn="l"/>
            <a:r>
              <a:rPr sz="2400" b="1">
                <a:solidFill>
                  <a:srgbClr val="1B4A3A"/>
                </a:solidFill>
              </a:rPr>
              <a:t>Project Background and Problem Statement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97280"/>
            <a:ext cx="3886200" cy="1508760"/>
          </a:xfrm>
          <a:prstGeom prst="roundRect">
            <a:avLst/>
          </a:prstGeom>
          <a:solidFill>
            <a:srgbClr val="F4F9F1"/>
          </a:solidFill>
          <a:ln>
            <a:solidFill>
              <a:srgbClr val="C9D6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66928" y="1170432"/>
            <a:ext cx="3666744" cy="320040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 algn="l"/>
            <a:r>
              <a:rPr sz="1700" b="1">
                <a:solidFill>
                  <a:srgbClr val="1B4A3A"/>
                </a:solidFill>
              </a:rPr>
              <a:t>Learning Context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536192"/>
            <a:ext cx="3666744" cy="996696"/>
          </a:xfrm>
          <a:prstGeom prst="rect">
            <a:avLst/>
          </a:prstGeom>
          <a:noFill/>
        </p:spPr>
        <p:txBody>
          <a:bodyPr wrap="square" lIns="50800" tIns="50800" rIns="50800" bIns="5080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500" dirty="0">
                <a:solidFill>
                  <a:srgbClr val="282E2B"/>
                </a:solidFill>
              </a:rPr>
              <a:t>Mobile learning supports short, repeatable practice outside the classroom.</a:t>
            </a:r>
          </a:p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500" dirty="0">
                <a:solidFill>
                  <a:srgbClr val="282E2B"/>
                </a:solidFill>
              </a:rPr>
              <a:t>Chinese learners must coordinate characters, pinyin, tones, and word order at the same time.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743200"/>
            <a:ext cx="388620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C9D6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66928" y="2816352"/>
            <a:ext cx="3666744" cy="320040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 algn="l"/>
            <a:r>
              <a:rPr sz="1700" b="1">
                <a:solidFill>
                  <a:srgbClr val="1B4A3A"/>
                </a:solidFill>
              </a:rPr>
              <a:t>Gap in Existing Tools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3182112"/>
            <a:ext cx="3666744" cy="996696"/>
          </a:xfrm>
          <a:prstGeom prst="rect">
            <a:avLst/>
          </a:prstGeom>
          <a:noFill/>
        </p:spPr>
        <p:txBody>
          <a:bodyPr wrap="square" lIns="50800" tIns="50800" rIns="50800" bIns="5080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500">
                <a:solidFill>
                  <a:srgbClr val="282E2B"/>
                </a:solidFill>
              </a:rPr>
              <a:t>Many apps emphasise memorisation or display rather than active interaction and feedback.</a:t>
            </a:r>
          </a:p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500">
                <a:solidFill>
                  <a:srgbClr val="282E2B"/>
                </a:solidFill>
              </a:rPr>
              <a:t>Pronunciation and sentence-level practice are often weak or disconnected from vocabulary work.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0" y="1417320"/>
            <a:ext cx="3840480" cy="2148840"/>
          </a:xfrm>
          <a:prstGeom prst="roundRect">
            <a:avLst/>
          </a:prstGeom>
          <a:solidFill>
            <a:srgbClr val="FFFFFF"/>
          </a:solidFill>
          <a:ln>
            <a:solidFill>
              <a:srgbClr val="C9D6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681728" y="1490472"/>
            <a:ext cx="3621024" cy="320040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 algn="l"/>
            <a:r>
              <a:rPr sz="1700" b="1">
                <a:solidFill>
                  <a:srgbClr val="1B4A3A"/>
                </a:solidFill>
              </a:rPr>
              <a:t>Research Question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81728" y="1856232"/>
            <a:ext cx="3621024" cy="1636776"/>
          </a:xfrm>
          <a:prstGeom prst="rect">
            <a:avLst/>
          </a:prstGeom>
          <a:noFill/>
        </p:spPr>
        <p:txBody>
          <a:bodyPr wrap="square" lIns="50800" tIns="50800" rIns="50800" bIns="5080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400">
                <a:solidFill>
                  <a:srgbClr val="282E2B"/>
                </a:solidFill>
              </a:rPr>
              <a:t>How can a native Android app use gamified interaction to improve vocabulary recognition, pronunciation training, and sentence understanding for beginner and intermediate Chinese learners?</a:t>
            </a:r>
          </a:p>
        </p:txBody>
      </p:sp>
      <p:pic>
        <p:nvPicPr>
          <p:cNvPr id="13" name="Picture 12" descr="8a7c0663-f7b2-4937-9eb5-b4aeb9d07c89_no_bg.png"/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9961" b="89941" l="9961" r="91211">
                        <a14:foregroundMark x1="31055" y1="44043" x2="34180" y2="35938"/>
                        <a14:foregroundMark x1="51465" y1="40918" x2="54590" y2="44629"/>
                        <a14:foregroundMark x1="23633" y1="40918" x2="30371" y2="47168"/>
                        <a14:foregroundMark x1="28516" y1="44043" x2="27344" y2="40332"/>
                        <a14:foregroundMark x1="90527" y1="63184" x2="91211" y2="67578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715693" y="3771546"/>
            <a:ext cx="1143000" cy="1143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29479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94E8EB0-BF83-4882-B4F4-5882631EFB1B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186596" y="262396"/>
            <a:ext cx="8672097" cy="617079"/>
          </a:xfrm>
        </p:spPr>
        <p:txBody>
          <a:bodyPr wrap="square" lIns="0" tIns="0" rIns="0" bIns="0"/>
          <a:lstStyle/>
          <a:p>
            <a:pPr algn="l"/>
            <a:r>
              <a:rPr sz="2400" b="1">
                <a:solidFill>
                  <a:srgbClr val="1B4A3A"/>
                </a:solidFill>
              </a:rPr>
              <a:t>Aim, Objectives and Contributions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143000"/>
            <a:ext cx="3794760" cy="3108960"/>
          </a:xfrm>
          <a:prstGeom prst="roundRect">
            <a:avLst/>
          </a:prstGeom>
          <a:solidFill>
            <a:srgbClr val="F4F9F1"/>
          </a:solidFill>
          <a:ln>
            <a:solidFill>
              <a:srgbClr val="C9D6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66928" y="1216152"/>
            <a:ext cx="3575304" cy="320040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 algn="l"/>
            <a:r>
              <a:rPr sz="1700" b="1">
                <a:solidFill>
                  <a:srgbClr val="1B4A3A"/>
                </a:solidFill>
              </a:rPr>
              <a:t>Project Aim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581912"/>
            <a:ext cx="3575304" cy="2596896"/>
          </a:xfrm>
          <a:prstGeom prst="rect">
            <a:avLst/>
          </a:prstGeom>
          <a:noFill/>
        </p:spPr>
        <p:txBody>
          <a:bodyPr wrap="square" lIns="50800" tIns="50800" rIns="50800" bIns="5080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500">
                <a:solidFill>
                  <a:srgbClr val="282E2B"/>
                </a:solidFill>
              </a:rPr>
              <a:t>Design and implement a native Android prototype for Chinese learning.</a:t>
            </a:r>
          </a:p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500">
                <a:solidFill>
                  <a:srgbClr val="282E2B"/>
                </a:solidFill>
              </a:rPr>
              <a:t>Support beginner and intermediate learners in a low-friction mobile setting.</a:t>
            </a:r>
          </a:p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500">
                <a:solidFill>
                  <a:srgbClr val="282E2B"/>
                </a:solidFill>
              </a:rPr>
              <a:t>Combine learning tasks with progress, scores, and motivation mechanics.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80560" y="1143000"/>
            <a:ext cx="3931920" cy="3108960"/>
          </a:xfrm>
          <a:prstGeom prst="roundRect">
            <a:avLst/>
          </a:prstGeom>
          <a:solidFill>
            <a:srgbClr val="FFFFFF"/>
          </a:solidFill>
          <a:ln>
            <a:solidFill>
              <a:srgbClr val="C9D6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90288" y="1216152"/>
            <a:ext cx="3712464" cy="320040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 algn="l"/>
            <a:r>
              <a:rPr sz="1700" b="1">
                <a:solidFill>
                  <a:srgbClr val="1B4A3A"/>
                </a:solidFill>
              </a:rPr>
              <a:t>Main Contributions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90288" y="1581912"/>
            <a:ext cx="3712464" cy="2596896"/>
          </a:xfrm>
          <a:prstGeom prst="rect">
            <a:avLst/>
          </a:prstGeom>
          <a:noFill/>
        </p:spPr>
        <p:txBody>
          <a:bodyPr wrap="square" lIns="50800" tIns="50800" rIns="50800" bIns="5080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500">
                <a:solidFill>
                  <a:srgbClr val="282E2B"/>
                </a:solidFill>
              </a:rPr>
              <a:t>Three integrated mini-games in one coherent learning flow.</a:t>
            </a:r>
          </a:p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500">
                <a:solidFill>
                  <a:srgbClr val="282E2B"/>
                </a:solidFill>
              </a:rPr>
              <a:t>A practical Java/XML + SQLite architecture for an educational app.</a:t>
            </a:r>
          </a:p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500">
                <a:solidFill>
                  <a:srgbClr val="282E2B"/>
                </a:solidFill>
              </a:rPr>
              <a:t>JSON-based question bank expansion without changing the core gameplay logic.</a:t>
            </a:r>
          </a:p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500">
                <a:solidFill>
                  <a:srgbClr val="282E2B"/>
                </a:solidFill>
              </a:rPr>
              <a:t>A prototype route that connects UI, persistence, NLP support, and speech evaluation.</a:t>
            </a:r>
          </a:p>
        </p:txBody>
      </p:sp>
    </p:spTree>
    <p:extLst>
      <p:ext uri="{BB962C8B-B14F-4D97-AF65-F5344CB8AC3E}">
        <p14:creationId xmlns:p14="http://schemas.microsoft.com/office/powerpoint/2010/main" val="41429310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94E8EB0-BF83-4882-B4F4-5882631EFB1B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186596" y="262396"/>
            <a:ext cx="8672097" cy="617079"/>
          </a:xfrm>
        </p:spPr>
        <p:txBody>
          <a:bodyPr wrap="square" lIns="0" tIns="0" rIns="0" bIns="0"/>
          <a:lstStyle/>
          <a:p>
            <a:pPr algn="l"/>
            <a:r>
              <a:rPr sz="2400" b="1">
                <a:solidFill>
                  <a:srgbClr val="1B4A3A"/>
                </a:solidFill>
              </a:rPr>
              <a:t>System Design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078992"/>
            <a:ext cx="7863840" cy="347472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 algn="l"/>
            <a:r>
              <a:rPr sz="1300" b="0" dirty="0">
                <a:solidFill>
                  <a:srgbClr val="606A64"/>
                </a:solidFill>
              </a:rPr>
              <a:t>The app turns a learning session into a simple closed loop from entry to feedback.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691640"/>
            <a:ext cx="1874519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C9D6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1783080"/>
            <a:ext cx="1691639" cy="228600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 algn="ctr"/>
            <a:r>
              <a:rPr sz="1500" b="1">
                <a:solidFill>
                  <a:srgbClr val="1B4A3A"/>
                </a:solidFill>
              </a:rPr>
              <a:t>1. Sign 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2648" y="2075688"/>
            <a:ext cx="1655063" cy="402336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 algn="ctr"/>
            <a:r>
              <a:rPr sz="1100" b="0">
                <a:solidFill>
                  <a:srgbClr val="606A64"/>
                </a:solidFill>
              </a:rPr>
              <a:t>User login, profile, and personal progress entry.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496312" y="1691640"/>
            <a:ext cx="1874519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C9D6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587752" y="1783080"/>
            <a:ext cx="1691639" cy="228600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 algn="ctr"/>
            <a:r>
              <a:rPr sz="1500" b="1">
                <a:solidFill>
                  <a:srgbClr val="1B4A3A"/>
                </a:solidFill>
              </a:rPr>
              <a:t>2. Select Mode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06040" y="2075688"/>
            <a:ext cx="1655063" cy="402336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 algn="ctr"/>
            <a:r>
              <a:rPr sz="1100" b="0">
                <a:solidFill>
                  <a:srgbClr val="606A64"/>
                </a:solidFill>
              </a:rPr>
              <a:t>Choose game type and difficulty level.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89704" y="1691640"/>
            <a:ext cx="1874519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C9D6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81144" y="1783080"/>
            <a:ext cx="1691639" cy="228600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 algn="ctr"/>
            <a:r>
              <a:rPr sz="1500" b="1">
                <a:solidFill>
                  <a:srgbClr val="1B4A3A"/>
                </a:solidFill>
              </a:rPr>
              <a:t>3. Complete Session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99432" y="2075688"/>
            <a:ext cx="1655063" cy="402336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 algn="ctr"/>
            <a:r>
              <a:rPr sz="1100" b="0">
                <a:solidFill>
                  <a:srgbClr val="606A64"/>
                </a:solidFill>
              </a:rPr>
              <a:t>Play a 10-question training round.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83096" y="1691640"/>
            <a:ext cx="1874519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C9D6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574536" y="1783080"/>
            <a:ext cx="1691639" cy="228600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 algn="ctr"/>
            <a:r>
              <a:rPr sz="1500" b="1">
                <a:solidFill>
                  <a:srgbClr val="1B4A3A"/>
                </a:solidFill>
              </a:rPr>
              <a:t>4. Get Feedback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92824" y="2075688"/>
            <a:ext cx="1655063" cy="402336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 algn="ctr"/>
            <a:r>
              <a:rPr sz="1100" b="0">
                <a:solidFill>
                  <a:srgbClr val="606A64"/>
                </a:solidFill>
              </a:rPr>
              <a:t>Receive score, accuracy, and result details.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2971800"/>
            <a:ext cx="246888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C9D6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12648" y="3044952"/>
            <a:ext cx="2249424" cy="320040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 algn="l"/>
            <a:r>
              <a:rPr sz="1700" b="1">
                <a:solidFill>
                  <a:srgbClr val="1B4A3A"/>
                </a:solidFill>
              </a:rPr>
              <a:t>Target Users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2648" y="3410712"/>
            <a:ext cx="2249424" cy="813816"/>
          </a:xfrm>
          <a:prstGeom prst="rect">
            <a:avLst/>
          </a:prstGeom>
          <a:noFill/>
        </p:spPr>
        <p:txBody>
          <a:bodyPr wrap="square" lIns="50800" tIns="50800" rIns="50800" bIns="5080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200">
                <a:solidFill>
                  <a:srgbClr val="282E2B"/>
                </a:solidFill>
              </a:rPr>
              <a:t>Beginner and intermediate Chinese learners.</a:t>
            </a:r>
          </a:p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200">
                <a:solidFill>
                  <a:srgbClr val="282E2B"/>
                </a:solidFill>
              </a:rPr>
              <a:t>Users who benefit from short, repeatable mobile practice.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154680" y="2971800"/>
            <a:ext cx="2468880" cy="1325880"/>
          </a:xfrm>
          <a:prstGeom prst="roundRect">
            <a:avLst/>
          </a:prstGeom>
          <a:solidFill>
            <a:srgbClr val="F4F9F1"/>
          </a:solidFill>
          <a:ln>
            <a:solidFill>
              <a:srgbClr val="C9D6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264408" y="3044952"/>
            <a:ext cx="2249424" cy="320040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 algn="l"/>
            <a:r>
              <a:rPr sz="1700" b="1">
                <a:solidFill>
                  <a:srgbClr val="1B4A3A"/>
                </a:solidFill>
              </a:rPr>
              <a:t>Functional Scope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64408" y="3410712"/>
            <a:ext cx="2249424" cy="813816"/>
          </a:xfrm>
          <a:prstGeom prst="rect">
            <a:avLst/>
          </a:prstGeom>
          <a:noFill/>
        </p:spPr>
        <p:txBody>
          <a:bodyPr wrap="square" lIns="50800" tIns="50800" rIns="50800" bIns="5080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200">
                <a:solidFill>
                  <a:srgbClr val="282E2B"/>
                </a:solidFill>
              </a:rPr>
              <a:t>Account management, game flow, local records, and achievements.</a:t>
            </a:r>
          </a:p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200">
                <a:solidFill>
                  <a:srgbClr val="282E2B"/>
                </a:solidFill>
              </a:rPr>
              <a:t>Three game types with difficulty-based question selection.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806440" y="2971800"/>
            <a:ext cx="246888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C9D6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916168" y="3044952"/>
            <a:ext cx="2249424" cy="320040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 algn="l"/>
            <a:r>
              <a:rPr sz="1700" b="1">
                <a:solidFill>
                  <a:srgbClr val="1B4A3A"/>
                </a:solidFill>
              </a:rPr>
              <a:t>Non-Functional Goals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16168" y="3410712"/>
            <a:ext cx="2249424" cy="813816"/>
          </a:xfrm>
          <a:prstGeom prst="rect">
            <a:avLst/>
          </a:prstGeom>
          <a:noFill/>
        </p:spPr>
        <p:txBody>
          <a:bodyPr wrap="square" lIns="50800" tIns="50800" rIns="50800" bIns="5080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200">
                <a:solidFill>
                  <a:srgbClr val="282E2B"/>
                </a:solidFill>
              </a:rPr>
              <a:t>Maintainable structure, responsive UI, and practical offline persistence.</a:t>
            </a:r>
          </a:p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200">
                <a:solidFill>
                  <a:srgbClr val="282E2B"/>
                </a:solidFill>
              </a:rPr>
              <a:t>A prototype suited to extension rather than full product launch.</a:t>
            </a:r>
          </a:p>
        </p:txBody>
      </p:sp>
    </p:spTree>
    <p:extLst>
      <p:ext uri="{BB962C8B-B14F-4D97-AF65-F5344CB8AC3E}">
        <p14:creationId xmlns:p14="http://schemas.microsoft.com/office/powerpoint/2010/main" val="41034479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94E8EB0-BF83-4882-B4F4-5882631EFB1B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186596" y="262396"/>
            <a:ext cx="8672097" cy="617079"/>
          </a:xfrm>
        </p:spPr>
        <p:txBody>
          <a:bodyPr wrap="square" lIns="0" tIns="0" rIns="0" bIns="0"/>
          <a:lstStyle/>
          <a:p>
            <a:pPr algn="l"/>
            <a:r>
              <a:rPr sz="2400" b="1">
                <a:solidFill>
                  <a:srgbClr val="1B4A3A"/>
                </a:solidFill>
              </a:rPr>
              <a:t>Architecture and Technology Stack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143000"/>
            <a:ext cx="3749039" cy="3200400"/>
          </a:xfrm>
          <a:prstGeom prst="roundRect">
            <a:avLst/>
          </a:prstGeom>
          <a:solidFill>
            <a:srgbClr val="F4F9F1"/>
          </a:solidFill>
          <a:ln>
            <a:solidFill>
              <a:srgbClr val="C9D6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12648" y="1216152"/>
            <a:ext cx="3529583" cy="320040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 algn="l"/>
            <a:r>
              <a:rPr sz="1700" b="1">
                <a:solidFill>
                  <a:srgbClr val="1B4A3A"/>
                </a:solidFill>
              </a:rPr>
              <a:t>Architecture Route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" y="1581912"/>
            <a:ext cx="3529583" cy="2688336"/>
          </a:xfrm>
          <a:prstGeom prst="rect">
            <a:avLst/>
          </a:prstGeom>
          <a:noFill/>
        </p:spPr>
        <p:txBody>
          <a:bodyPr wrap="square" lIns="50800" tIns="50800" rIns="50800" bIns="5080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500">
                <a:solidFill>
                  <a:srgbClr val="282E2B"/>
                </a:solidFill>
              </a:rPr>
              <a:t>The project moved from an early Unity/C# idea to a native Android implementation.</a:t>
            </a:r>
          </a:p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500">
                <a:solidFill>
                  <a:srgbClr val="282E2B"/>
                </a:solidFill>
              </a:rPr>
              <a:t>Activity-based UI handles navigation, gameplay flow, and user interaction.</a:t>
            </a:r>
          </a:p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500">
                <a:solidFill>
                  <a:srgbClr val="282E2B"/>
                </a:solidFill>
              </a:rPr>
              <a:t>A shared GameActivity coordinates the three game modes and session state.</a:t>
            </a:r>
          </a:p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500">
                <a:solidFill>
                  <a:srgbClr val="282E2B"/>
                </a:solidFill>
              </a:rPr>
              <a:t>DAO-based persistence reduces SQL coupling inside interface code.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26280" y="1143000"/>
            <a:ext cx="3794760" cy="3200400"/>
          </a:xfrm>
          <a:prstGeom prst="roundRect">
            <a:avLst/>
          </a:prstGeom>
          <a:solidFill>
            <a:srgbClr val="FFFFFF"/>
          </a:solidFill>
          <a:ln>
            <a:solidFill>
              <a:srgbClr val="C9D6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636008" y="1216152"/>
            <a:ext cx="3575304" cy="320040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 algn="l"/>
            <a:r>
              <a:rPr sz="1700" b="1">
                <a:solidFill>
                  <a:srgbClr val="1B4A3A"/>
                </a:solidFill>
              </a:rPr>
              <a:t>Technology Stack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36008" y="1581912"/>
            <a:ext cx="3575304" cy="2688336"/>
          </a:xfrm>
          <a:prstGeom prst="rect">
            <a:avLst/>
          </a:prstGeom>
          <a:noFill/>
        </p:spPr>
        <p:txBody>
          <a:bodyPr wrap="square" lIns="50800" tIns="50800" rIns="50800" bIns="5080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500">
                <a:solidFill>
                  <a:srgbClr val="282E2B"/>
                </a:solidFill>
              </a:rPr>
              <a:t>Java 11 + XML for Android application development.</a:t>
            </a:r>
          </a:p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500">
                <a:solidFill>
                  <a:srgbClr val="282E2B"/>
                </a:solidFill>
              </a:rPr>
              <a:t>SQLite with DaoFactory and DAO implementations for local storage.</a:t>
            </a:r>
          </a:p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500">
                <a:solidFill>
                  <a:srgbClr val="282E2B"/>
                </a:solidFill>
              </a:rPr>
              <a:t>HanLP and pinyin4j for Chinese text processing.</a:t>
            </a:r>
          </a:p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500">
                <a:solidFill>
                  <a:srgbClr val="282E2B"/>
                </a:solidFill>
              </a:rPr>
              <a:t>iFlyTek-related modules for pronunciation evaluation support.</a:t>
            </a:r>
          </a:p>
        </p:txBody>
      </p:sp>
    </p:spTree>
    <p:extLst>
      <p:ext uri="{BB962C8B-B14F-4D97-AF65-F5344CB8AC3E}">
        <p14:creationId xmlns:p14="http://schemas.microsoft.com/office/powerpoint/2010/main" val="40501946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94E8EB0-BF83-4882-B4F4-5882631EFB1B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186596" y="195284"/>
            <a:ext cx="8672097" cy="617079"/>
          </a:xfrm>
        </p:spPr>
        <p:txBody>
          <a:bodyPr wrap="square" lIns="0" tIns="0" rIns="0" bIns="0"/>
          <a:lstStyle/>
          <a:p>
            <a:pPr algn="l"/>
            <a:r>
              <a:rPr sz="2400" b="1">
                <a:solidFill>
                  <a:srgbClr val="1B4A3A"/>
                </a:solidFill>
              </a:rPr>
              <a:t>Core Learning Modules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11480" y="1234440"/>
            <a:ext cx="2560320" cy="2926080"/>
          </a:xfrm>
          <a:prstGeom prst="roundRect">
            <a:avLst/>
          </a:prstGeom>
          <a:solidFill>
            <a:srgbClr val="F4F9F1"/>
          </a:solidFill>
          <a:ln>
            <a:solidFill>
              <a:srgbClr val="C9D6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21208" y="1307592"/>
            <a:ext cx="2340864" cy="320040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 algn="l"/>
            <a:r>
              <a:rPr sz="1700" b="1">
                <a:solidFill>
                  <a:srgbClr val="1B4A3A"/>
                </a:solidFill>
              </a:rPr>
              <a:t>Character Matching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21208" y="1673352"/>
            <a:ext cx="2340864" cy="2414016"/>
          </a:xfrm>
          <a:prstGeom prst="rect">
            <a:avLst/>
          </a:prstGeom>
          <a:noFill/>
        </p:spPr>
        <p:txBody>
          <a:bodyPr wrap="square" lIns="50800" tIns="50800" rIns="50800" bIns="5080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300">
                <a:solidFill>
                  <a:srgbClr val="282E2B"/>
                </a:solidFill>
              </a:rPr>
              <a:t>Choose the correct Chinese word from pinyin-guided options.</a:t>
            </a:r>
          </a:p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300">
                <a:solidFill>
                  <a:srgbClr val="282E2B"/>
                </a:solidFill>
              </a:rPr>
              <a:t>Designed to strengthen the link between sound and written form.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46120" y="1234440"/>
            <a:ext cx="2560320" cy="2926080"/>
          </a:xfrm>
          <a:prstGeom prst="roundRect">
            <a:avLst/>
          </a:prstGeom>
          <a:solidFill>
            <a:srgbClr val="FFFFFF"/>
          </a:solidFill>
          <a:ln>
            <a:solidFill>
              <a:srgbClr val="C9D6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355848" y="1307592"/>
            <a:ext cx="2340864" cy="320040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 algn="l"/>
            <a:r>
              <a:rPr sz="1700" b="1">
                <a:solidFill>
                  <a:srgbClr val="1B4A3A"/>
                </a:solidFill>
              </a:rPr>
              <a:t>Pronunciation Quiz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55848" y="1673352"/>
            <a:ext cx="2340864" cy="2414016"/>
          </a:xfrm>
          <a:prstGeom prst="rect">
            <a:avLst/>
          </a:prstGeom>
          <a:noFill/>
        </p:spPr>
        <p:txBody>
          <a:bodyPr wrap="square" lIns="50800" tIns="50800" rIns="50800" bIns="5080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300">
                <a:solidFill>
                  <a:srgbClr val="282E2B"/>
                </a:solidFill>
              </a:rPr>
              <a:t>Speak the target word and receive score-oriented pronunciation feedback.</a:t>
            </a:r>
          </a:p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300">
                <a:solidFill>
                  <a:srgbClr val="282E2B"/>
                </a:solidFill>
              </a:rPr>
              <a:t>Turns oral practice into a repeatable game mechanic.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80760" y="1234440"/>
            <a:ext cx="2240280" cy="2926080"/>
          </a:xfrm>
          <a:prstGeom prst="roundRect">
            <a:avLst/>
          </a:prstGeom>
          <a:solidFill>
            <a:srgbClr val="F4F9F1"/>
          </a:solidFill>
          <a:ln>
            <a:solidFill>
              <a:srgbClr val="C9D6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190488" y="1307592"/>
            <a:ext cx="2020824" cy="320040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 algn="l"/>
            <a:r>
              <a:rPr sz="1700" b="1">
                <a:solidFill>
                  <a:srgbClr val="1B4A3A"/>
                </a:solidFill>
              </a:rPr>
              <a:t>Word Puzzle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90488" y="1673352"/>
            <a:ext cx="2020824" cy="2414016"/>
          </a:xfrm>
          <a:prstGeom prst="rect">
            <a:avLst/>
          </a:prstGeom>
          <a:noFill/>
        </p:spPr>
        <p:txBody>
          <a:bodyPr wrap="square" lIns="50800" tIns="50800" rIns="50800" bIns="5080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300">
                <a:solidFill>
                  <a:srgbClr val="282E2B"/>
                </a:solidFill>
              </a:rPr>
              <a:t>Reorder short sentences or fill blanks in longer ones.</a:t>
            </a:r>
          </a:p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300">
                <a:solidFill>
                  <a:srgbClr val="282E2B"/>
                </a:solidFill>
              </a:rPr>
              <a:t>Uses segmented sentence data to support question generation.</a:t>
            </a:r>
          </a:p>
        </p:txBody>
      </p:sp>
    </p:spTree>
    <p:extLst>
      <p:ext uri="{BB962C8B-B14F-4D97-AF65-F5344CB8AC3E}">
        <p14:creationId xmlns:p14="http://schemas.microsoft.com/office/powerpoint/2010/main" val="3740061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94E8EB0-BF83-4882-B4F4-5882631EFB1B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186596" y="262396"/>
            <a:ext cx="8672097" cy="617079"/>
          </a:xfrm>
        </p:spPr>
        <p:txBody>
          <a:bodyPr wrap="square" lIns="0" tIns="0" rIns="0" bIns="0"/>
          <a:lstStyle/>
          <a:p>
            <a:pPr algn="l"/>
            <a:r>
              <a:rPr sz="2400" b="1">
                <a:solidFill>
                  <a:srgbClr val="1B4A3A"/>
                </a:solidFill>
              </a:rPr>
              <a:t>Data Model and Local Persistence</a:t>
            </a:r>
          </a:p>
        </p:txBody>
      </p:sp>
      <p:pic>
        <p:nvPicPr>
          <p:cNvPr id="4" name="Picture 3" descr="sqlite_databa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2075" y="661912"/>
            <a:ext cx="4467255" cy="3796674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897880" y="1417320"/>
            <a:ext cx="2331720" cy="2423160"/>
          </a:xfrm>
          <a:prstGeom prst="roundRect">
            <a:avLst/>
          </a:prstGeom>
          <a:solidFill>
            <a:srgbClr val="F4F9F1"/>
          </a:solidFill>
          <a:ln>
            <a:solidFill>
              <a:srgbClr val="C9D6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053328" y="1600200"/>
            <a:ext cx="2011680" cy="274320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 algn="l"/>
            <a:r>
              <a:rPr sz="1600" b="1">
                <a:solidFill>
                  <a:srgbClr val="1B4A3A"/>
                </a:solidFill>
              </a:rPr>
              <a:t>Why this matters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53328" y="1965960"/>
            <a:ext cx="1965960" cy="1508760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 algn="l"/>
            <a:r>
              <a:rPr sz="1200" b="0" dirty="0">
                <a:solidFill>
                  <a:srgbClr val="282E2B"/>
                </a:solidFill>
              </a:rPr>
              <a:t>The SQLite schema stores users, achievements, game scores, detailed question logs, sentences, segmented tokens, and question banks. JSON assets can be imported into the local database to expand content cleanly.</a:t>
            </a:r>
          </a:p>
        </p:txBody>
      </p:sp>
    </p:spTree>
    <p:extLst>
      <p:ext uri="{BB962C8B-B14F-4D97-AF65-F5344CB8AC3E}">
        <p14:creationId xmlns:p14="http://schemas.microsoft.com/office/powerpoint/2010/main" val="2142876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94E8EB0-BF83-4882-B4F4-5882631EFB1B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186596" y="262396"/>
            <a:ext cx="8672097" cy="617079"/>
          </a:xfrm>
        </p:spPr>
        <p:txBody>
          <a:bodyPr wrap="square" lIns="0" tIns="0" rIns="0" bIns="0"/>
          <a:lstStyle/>
          <a:p>
            <a:pPr algn="l"/>
            <a:r>
              <a:rPr sz="2400" b="1">
                <a:solidFill>
                  <a:srgbClr val="1B4A3A"/>
                </a:solidFill>
              </a:rPr>
              <a:t>Current Implementation Status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188720"/>
            <a:ext cx="1783080" cy="868680"/>
          </a:xfrm>
          <a:prstGeom prst="roundRect">
            <a:avLst/>
          </a:prstGeom>
          <a:solidFill>
            <a:srgbClr val="F4F9F1"/>
          </a:solidFill>
          <a:ln>
            <a:solidFill>
              <a:srgbClr val="C9D6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94360" y="1261872"/>
            <a:ext cx="1783080" cy="320040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 algn="ctr"/>
            <a:r>
              <a:rPr sz="2200" b="1">
                <a:solidFill>
                  <a:srgbClr val="689454"/>
                </a:solidFill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27632"/>
            <a:ext cx="1691640" cy="292608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 algn="ctr"/>
            <a:r>
              <a:rPr sz="1100" b="0" dirty="0">
                <a:solidFill>
                  <a:srgbClr val="606A64"/>
                </a:solidFill>
              </a:rPr>
              <a:t>game modes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697480" y="1188720"/>
            <a:ext cx="1783080" cy="868680"/>
          </a:xfrm>
          <a:prstGeom prst="roundRect">
            <a:avLst/>
          </a:prstGeom>
          <a:solidFill>
            <a:srgbClr val="F4F9F1"/>
          </a:solidFill>
          <a:ln>
            <a:solidFill>
              <a:srgbClr val="C9D6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697480" y="1261872"/>
            <a:ext cx="1783080" cy="320040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 algn="ctr"/>
            <a:r>
              <a:rPr sz="2200" b="1">
                <a:solidFill>
                  <a:srgbClr val="689454"/>
                </a:solidFill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0" y="1627632"/>
            <a:ext cx="1691640" cy="292608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 algn="ctr"/>
            <a:r>
              <a:rPr sz="1100" b="0">
                <a:solidFill>
                  <a:srgbClr val="606A64"/>
                </a:solidFill>
              </a:rPr>
              <a:t>difficulty levels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800600" y="1188720"/>
            <a:ext cx="1783080" cy="868680"/>
          </a:xfrm>
          <a:prstGeom prst="roundRect">
            <a:avLst/>
          </a:prstGeom>
          <a:solidFill>
            <a:srgbClr val="F4F9F1"/>
          </a:solidFill>
          <a:ln>
            <a:solidFill>
              <a:srgbClr val="C9D6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800600" y="1261872"/>
            <a:ext cx="1783080" cy="320040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 algn="ctr"/>
            <a:r>
              <a:rPr sz="2200" b="1">
                <a:solidFill>
                  <a:srgbClr val="689454"/>
                </a:solidFill>
              </a:rPr>
              <a:t>10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46320" y="1627632"/>
            <a:ext cx="1691640" cy="292608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 algn="ctr"/>
            <a:r>
              <a:rPr sz="1100" b="0">
                <a:solidFill>
                  <a:srgbClr val="606A64"/>
                </a:solidFill>
              </a:rPr>
              <a:t>questions per session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2331720"/>
            <a:ext cx="470916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C9D6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58368" y="2404872"/>
            <a:ext cx="4489704" cy="320040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 algn="l"/>
            <a:r>
              <a:rPr sz="1700" b="1">
                <a:solidFill>
                  <a:srgbClr val="1B4A3A"/>
                </a:solidFill>
              </a:rPr>
              <a:t>What is already working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2770632"/>
            <a:ext cx="4489704" cy="1362455"/>
          </a:xfrm>
          <a:prstGeom prst="rect">
            <a:avLst/>
          </a:prstGeom>
          <a:noFill/>
        </p:spPr>
        <p:txBody>
          <a:bodyPr wrap="square" lIns="50800" tIns="50800" rIns="50800" bIns="5080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400">
                <a:solidFill>
                  <a:srgbClr val="282E2B"/>
                </a:solidFill>
              </a:rPr>
              <a:t>Login, profile, game selection, and session-level game flow are implemented.</a:t>
            </a:r>
          </a:p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400">
                <a:solidFill>
                  <a:srgbClr val="282E2B"/>
                </a:solidFill>
              </a:rPr>
              <a:t>All three game branches write results into the local database.</a:t>
            </a:r>
          </a:p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400">
                <a:solidFill>
                  <a:srgbClr val="282E2B"/>
                </a:solidFill>
              </a:rPr>
              <a:t>Records, achievements, and progress data are already integrated into the prototype.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40680" y="2331720"/>
            <a:ext cx="2788920" cy="1874519"/>
          </a:xfrm>
          <a:prstGeom prst="roundRect">
            <a:avLst/>
          </a:prstGeom>
          <a:solidFill>
            <a:srgbClr val="F4F9F1"/>
          </a:solidFill>
          <a:ln>
            <a:solidFill>
              <a:srgbClr val="C9D6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550408" y="2404872"/>
            <a:ext cx="2569464" cy="320040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 algn="l"/>
            <a:r>
              <a:rPr sz="1700" b="1">
                <a:solidFill>
                  <a:srgbClr val="1B4A3A"/>
                </a:solidFill>
              </a:rPr>
              <a:t>Engineering Strengths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550408" y="2770632"/>
            <a:ext cx="2569464" cy="1362455"/>
          </a:xfrm>
          <a:prstGeom prst="rect">
            <a:avLst/>
          </a:prstGeom>
          <a:noFill/>
        </p:spPr>
        <p:txBody>
          <a:bodyPr wrap="square" lIns="50800" tIns="50800" rIns="50800" bIns="5080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400">
                <a:solidFill>
                  <a:srgbClr val="282E2B"/>
                </a:solidFill>
              </a:rPr>
              <a:t>Shared gameplay controller.</a:t>
            </a:r>
          </a:p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400">
                <a:solidFill>
                  <a:srgbClr val="282E2B"/>
                </a:solidFill>
              </a:rPr>
              <a:t>Expandable question-bank pipeline.</a:t>
            </a:r>
          </a:p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400">
                <a:solidFill>
                  <a:srgbClr val="282E2B"/>
                </a:solidFill>
              </a:rPr>
              <a:t>Clear local persistence structure.</a:t>
            </a:r>
          </a:p>
        </p:txBody>
      </p:sp>
    </p:spTree>
    <p:extLst>
      <p:ext uri="{BB962C8B-B14F-4D97-AF65-F5344CB8AC3E}">
        <p14:creationId xmlns:p14="http://schemas.microsoft.com/office/powerpoint/2010/main" val="85821773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94E8EB0-BF83-4882-B4F4-5882631EFB1B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186596" y="195284"/>
            <a:ext cx="8672097" cy="617079"/>
          </a:xfrm>
        </p:spPr>
        <p:txBody>
          <a:bodyPr wrap="square" lIns="0" tIns="0" rIns="0" bIns="0"/>
          <a:lstStyle/>
          <a:p>
            <a:pPr algn="l"/>
            <a:r>
              <a:rPr sz="2400" b="1">
                <a:solidFill>
                  <a:srgbClr val="1B4A3A"/>
                </a:solidFill>
              </a:rPr>
              <a:t>Limitations and Future Work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188720"/>
            <a:ext cx="3794760" cy="2926080"/>
          </a:xfrm>
          <a:prstGeom prst="roundRect">
            <a:avLst/>
          </a:prstGeom>
          <a:solidFill>
            <a:srgbClr val="FFFFFF"/>
          </a:solidFill>
          <a:ln>
            <a:solidFill>
              <a:srgbClr val="C9D6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58368" y="1261872"/>
            <a:ext cx="3575304" cy="320040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 algn="l"/>
            <a:r>
              <a:rPr sz="1700" b="1">
                <a:solidFill>
                  <a:srgbClr val="1B4A3A"/>
                </a:solidFill>
              </a:rPr>
              <a:t>Current Limitations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627632"/>
            <a:ext cx="3575304" cy="2414016"/>
          </a:xfrm>
          <a:prstGeom prst="rect">
            <a:avLst/>
          </a:prstGeom>
          <a:noFill/>
        </p:spPr>
        <p:txBody>
          <a:bodyPr wrap="square" lIns="50800" tIns="50800" rIns="50800" bIns="5080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500">
                <a:solidFill>
                  <a:srgbClr val="282E2B"/>
                </a:solidFill>
              </a:rPr>
              <a:t>Speech evaluation remains sensitive to pronunciation variation, background noise, and device conditions.</a:t>
            </a:r>
          </a:p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500">
                <a:solidFill>
                  <a:srgbClr val="282E2B"/>
                </a:solidFill>
              </a:rPr>
              <a:t>Formal usability testing and broader performance validation are still incomplete.</a:t>
            </a:r>
          </a:p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500">
                <a:solidFill>
                  <a:srgbClr val="282E2B"/>
                </a:solidFill>
              </a:rPr>
              <a:t>The interface is usable but not yet fully polished for final delivery quality.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0" y="1188720"/>
            <a:ext cx="3749039" cy="2926080"/>
          </a:xfrm>
          <a:prstGeom prst="roundRect">
            <a:avLst/>
          </a:prstGeom>
          <a:solidFill>
            <a:srgbClr val="F4F9F1"/>
          </a:solidFill>
          <a:ln>
            <a:solidFill>
              <a:srgbClr val="C9D6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681728" y="1261872"/>
            <a:ext cx="3529583" cy="320040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 algn="l"/>
            <a:r>
              <a:rPr sz="1700" b="1">
                <a:solidFill>
                  <a:srgbClr val="1B4A3A"/>
                </a:solidFill>
              </a:rPr>
              <a:t>Next Steps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81728" y="1627632"/>
            <a:ext cx="3529583" cy="2414016"/>
          </a:xfrm>
          <a:prstGeom prst="rect">
            <a:avLst/>
          </a:prstGeom>
          <a:noFill/>
        </p:spPr>
        <p:txBody>
          <a:bodyPr wrap="square" lIns="50800" tIns="50800" rIns="50800" bIns="5080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500">
                <a:solidFill>
                  <a:srgbClr val="282E2B"/>
                </a:solidFill>
              </a:rPr>
              <a:t>Stabilise the pronunciation-evaluation workflow and improve error handling.</a:t>
            </a:r>
          </a:p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500">
                <a:solidFill>
                  <a:srgbClr val="282E2B"/>
                </a:solidFill>
              </a:rPr>
              <a:t>Expand the datasets and strengthen quality control for question generation.</a:t>
            </a:r>
          </a:p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500">
                <a:solidFill>
                  <a:srgbClr val="282E2B"/>
                </a:solidFill>
              </a:rPr>
              <a:t>Add structured user evaluation, compatibility checks, and more refined visual feedback.</a:t>
            </a:r>
          </a:p>
        </p:txBody>
      </p:sp>
    </p:spTree>
    <p:extLst>
      <p:ext uri="{BB962C8B-B14F-4D97-AF65-F5344CB8AC3E}">
        <p14:creationId xmlns:p14="http://schemas.microsoft.com/office/powerpoint/2010/main" val="7636816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94E8EB0-BF83-4882-B4F4-5882631EFB1B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186596" y="262396"/>
            <a:ext cx="8672097" cy="617079"/>
          </a:xfrm>
        </p:spPr>
        <p:txBody>
          <a:bodyPr wrap="square" lIns="0" tIns="0" rIns="0" bIns="0"/>
          <a:lstStyle/>
          <a:p>
            <a:pPr algn="l"/>
            <a:r>
              <a:rPr sz="2400" b="1" dirty="0">
                <a:solidFill>
                  <a:srgbClr val="1B4A3A"/>
                </a:solidFill>
              </a:rPr>
              <a:t>Conclusion and Q&amp;A</a:t>
            </a:r>
          </a:p>
        </p:txBody>
      </p:sp>
      <p:pic>
        <p:nvPicPr>
          <p:cNvPr id="4" name="Picture 3" descr="8a7c0663-f7b2-4937-9eb5-b4aeb9d07c89_no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417320"/>
            <a:ext cx="2011680" cy="20116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200400" y="1554480"/>
            <a:ext cx="4754880" cy="594360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 algn="l"/>
            <a:r>
              <a:rPr sz="2000" b="1">
                <a:solidFill>
                  <a:srgbClr val="1B4A3A"/>
                </a:solidFill>
              </a:rPr>
              <a:t>A feasible Android prototype for gamified Chinese learning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0" y="2240280"/>
            <a:ext cx="4572000" cy="1005840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 algn="l"/>
            <a:r>
              <a:rPr sz="1400" b="0">
                <a:solidFill>
                  <a:srgbClr val="282E2B"/>
                </a:solidFill>
              </a:rPr>
              <a:t>The project integrates vocabulary recognition, pronunciation practice, sentence reconstruction, and local progress tracking in one coherent mobile system.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00400" y="3520440"/>
            <a:ext cx="2468880" cy="658368"/>
          </a:xfrm>
          <a:prstGeom prst="roundRect">
            <a:avLst/>
          </a:prstGeom>
          <a:solidFill>
            <a:srgbClr val="F4F9F1"/>
          </a:solidFill>
          <a:ln>
            <a:solidFill>
              <a:srgbClr val="C9D6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200400" y="3675887"/>
            <a:ext cx="2468880" cy="274320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 algn="ctr"/>
            <a:r>
              <a:rPr sz="1400" b="1" dirty="0">
                <a:solidFill>
                  <a:srgbClr val="689454"/>
                </a:solidFill>
              </a:rPr>
              <a:t>Thank you. Questions are welcome.</a:t>
            </a:r>
          </a:p>
        </p:txBody>
      </p:sp>
    </p:spTree>
    <p:extLst>
      <p:ext uri="{BB962C8B-B14F-4D97-AF65-F5344CB8AC3E}">
        <p14:creationId xmlns:p14="http://schemas.microsoft.com/office/powerpoint/2010/main" val="361163944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hannel 4 1">
      <a:dk1>
        <a:srgbClr val="000000"/>
      </a:dk1>
      <a:lt1>
        <a:srgbClr val="FFFFFF"/>
      </a:lt1>
      <a:dk2>
        <a:srgbClr val="585858"/>
      </a:dk2>
      <a:lt2>
        <a:srgbClr val="FFFFFF"/>
      </a:lt2>
      <a:accent1>
        <a:srgbClr val="6D2B83"/>
      </a:accent1>
      <a:accent2>
        <a:srgbClr val="D0091D"/>
      </a:accent2>
      <a:accent3>
        <a:srgbClr val="FFD611"/>
      </a:accent3>
      <a:accent4>
        <a:srgbClr val="85B6E2"/>
      </a:accent4>
      <a:accent5>
        <a:srgbClr val="62CBC5"/>
      </a:accent5>
      <a:accent6>
        <a:srgbClr val="7F7878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Custom Design">
  <a:themeElements>
    <a:clrScheme name="Queen Mary">
      <a:dk1>
        <a:srgbClr val="21386A"/>
      </a:dk1>
      <a:lt1>
        <a:sysClr val="window" lastClr="FFFFFF"/>
      </a:lt1>
      <a:dk2>
        <a:srgbClr val="21386A"/>
      </a:dk2>
      <a:lt2>
        <a:srgbClr val="D8D8D8"/>
      </a:lt2>
      <a:accent1>
        <a:srgbClr val="123181"/>
      </a:accent1>
      <a:accent2>
        <a:srgbClr val="792273"/>
      </a:accent2>
      <a:accent3>
        <a:srgbClr val="2DB8C5"/>
      </a:accent3>
      <a:accent4>
        <a:srgbClr val="CDA60C"/>
      </a:accent4>
      <a:accent5>
        <a:srgbClr val="BD1C1C"/>
      </a:accent5>
      <a:accent6>
        <a:srgbClr val="73B82B"/>
      </a:accent6>
      <a:hlink>
        <a:srgbClr val="E6007E"/>
      </a:hlink>
      <a:folHlink>
        <a:srgbClr val="2DB8C5"/>
      </a:folHlink>
    </a:clrScheme>
    <a:fontScheme name="Queen Mary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2_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QMUL Document" ma:contentTypeID="0x0101005EA864BF41DF8A41860E925F5B29BCF50094A7373CA6456D429183387012EA1D40" ma:contentTypeVersion="37" ma:contentTypeDescription="" ma:contentTypeScope="" ma:versionID="7fb4f2c95027bb3d324103db6c003302">
  <xsd:schema xmlns:xsd="http://www.w3.org/2001/XMLSchema" xmlns:xs="http://www.w3.org/2001/XMLSchema" xmlns:p="http://schemas.microsoft.com/office/2006/metadata/properties" xmlns:ns1="http://schemas.microsoft.com/sharepoint/v3" xmlns:ns2="d5efd484-15aa-41a0-83f6-0646502cb6d6" xmlns:ns3="45ae7f3d-bcd0-4e4b-af93-f03a9fbb19b5" xmlns:ns4="6649982f-b66b-4072-8006-4697fed55f9d" targetNamespace="http://schemas.microsoft.com/office/2006/metadata/properties" ma:root="true" ma:fieldsID="861fdbab753eeb4c6442fa8e72cde28f" ns1:_="" ns2:_="" ns3:_="" ns4:_="">
    <xsd:import namespace="http://schemas.microsoft.com/sharepoint/v3"/>
    <xsd:import namespace="d5efd484-15aa-41a0-83f6-0646502cb6d6"/>
    <xsd:import namespace="45ae7f3d-bcd0-4e4b-af93-f03a9fbb19b5"/>
    <xsd:import namespace="6649982f-b66b-4072-8006-4697fed55f9d"/>
    <xsd:element name="properties">
      <xsd:complexType>
        <xsd:sequence>
          <xsd:element name="documentManagement">
            <xsd:complexType>
              <xsd:all>
                <xsd:element ref="ns1:QMULDocumentStatusTaxHTField0" minOccurs="0"/>
                <xsd:element ref="ns1:QMULDepartmentTaxHTField0" minOccurs="0"/>
                <xsd:element ref="ns1:QMULSchoolTaxHTField0" minOccurs="0"/>
                <xsd:element ref="ns1:QMULDocumentTypeTaxHTField0" minOccurs="0"/>
                <xsd:element ref="ns1:QMULLocationTaxHTField0" minOccurs="0"/>
                <xsd:element ref="ns1:QMULInformationClassificationTaxHTField0" minOccurs="0"/>
                <xsd:element ref="ns1:QMULAcademicYear" minOccurs="0"/>
                <xsd:element ref="ns1:QMULProject" minOccurs="0"/>
                <xsd:element ref="ns1:QMULReviewDate" minOccurs="0"/>
                <xsd:element ref="ns1:QMULOwner" minOccurs="0"/>
                <xsd:element ref="ns2:TaxKeywordTaxHTField" minOccurs="0"/>
                <xsd:element ref="ns2:TaxCatchAll" minOccurs="0"/>
                <xsd:element ref="ns2:TaxCatchAllLabel" minOccurs="0"/>
                <xsd:element ref="ns3:MediaServiceMetadata" minOccurs="0"/>
                <xsd:element ref="ns3:MediaServiceFastMetadata" minOccurs="0"/>
                <xsd:element ref="ns3:MediaServiceDateTaken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AutoKeyPoints" minOccurs="0"/>
                <xsd:element ref="ns3:MediaServiceKeyPoints" minOccurs="0"/>
                <xsd:element ref="ns3:MediaLengthInSeconds" minOccurs="0"/>
                <xsd:element ref="ns4:SharedWithUsers" minOccurs="0"/>
                <xsd:element ref="ns4:SharedWithDetails" minOccurs="0"/>
                <xsd:element ref="ns3:lcf76f155ced4ddcb4097134ff3c332f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QMULDocumentStatusTaxHTField0" ma:index="8" nillable="true" ma:taxonomy="true" ma:internalName="QMULDocumentStatusTaxHTField0" ma:taxonomyFieldName="QMULDocumentStatus" ma:displayName="Document Status" ma:default="" ma:fieldId="{083bdfb7-9f4e-4bc9-b582-62ed6b950f9e}" ma:sspId="9c18f9b8-5ae4-4f0b-a238-a922c51e2dda" ma:termSetId="780aba48-6c17-4ca0-84b9-f0207a095630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QMULDepartmentTaxHTField0" ma:index="10" nillable="true" ma:taxonomy="true" ma:internalName="QMULDepartmentTaxHTField0" ma:taxonomyFieldName="QMULDepartment" ma:displayName="Department" ma:readOnly="false" ma:default="" ma:fieldId="{2a7d89f9-5f8e-4c42-ab4f-aa1fc3002ea0}" ma:sspId="9c18f9b8-5ae4-4f0b-a238-a922c51e2dda" ma:termSetId="28874c57-2df5-45e8-a804-d15afc96d4ee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QMULSchoolTaxHTField0" ma:index="12" nillable="true" ma:taxonomy="true" ma:internalName="QMULSchoolTaxHTField0" ma:taxonomyFieldName="QMULSchool" ma:displayName="School" ma:readOnly="false" ma:default="" ma:fieldId="{46346f8e-3161-4021-8b14-3dcca2e3ca8d}" ma:sspId="9c18f9b8-5ae4-4f0b-a238-a922c51e2dda" ma:termSetId="0f9f7e9f-7d6b-4cae-9193-a3e3200f87de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QMULDocumentTypeTaxHTField0" ma:index="14" nillable="true" ma:taxonomy="true" ma:internalName="QMULDocumentTypeTaxHTField0" ma:taxonomyFieldName="QMULDocumentType" ma:displayName="Document Type" ma:default="" ma:fieldId="{2596c3af-0d77-4ea4-a15d-d3f71457b096}" ma:sspId="9c18f9b8-5ae4-4f0b-a238-a922c51e2dda" ma:termSetId="8ec3f1bd-c4f8-46a7-ae88-878ed3be39d1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QMULLocationTaxHTField0" ma:index="16" nillable="true" ma:taxonomy="true" ma:internalName="QMULLocationTaxHTField0" ma:taxonomyFieldName="QMULLocation" ma:displayName="Location" ma:default="" ma:fieldId="{29b985f4-a05e-4f39-b5da-e9fb81ddaa79}" ma:sspId="9c18f9b8-5ae4-4f0b-a238-a922c51e2dda" ma:termSetId="5327f1c4-618f-4317-b197-fc29da39fa66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QMULInformationClassificationTaxHTField0" ma:index="18" nillable="true" ma:taxonomy="true" ma:internalName="QMULInformationClassificationTaxHTField0" ma:taxonomyFieldName="QMULInformationClassification" ma:displayName="Information Classification" ma:default="1;#Protect|9124d8d9-0c1c-41e9-aa14-aba001e9a028" ma:fieldId="{57b3469a-2ea1-4a06-a2d1-c99ce62a5d6f}" ma:sspId="9c18f9b8-5ae4-4f0b-a238-a922c51e2dda" ma:termSetId="a3d7b326-4e5e-4e73-95fa-6245adfab113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QMULAcademicYear" ma:index="20" nillable="true" ma:displayName="Academic Year" ma:decimals="0" ma:internalName="QMULAcademicYear" ma:percentage="FALSE">
      <xsd:simpleType>
        <xsd:restriction base="dms:Number">
          <xsd:maxInclusive value="9999"/>
          <xsd:minInclusive value="1000"/>
        </xsd:restriction>
      </xsd:simpleType>
    </xsd:element>
    <xsd:element name="QMULProject" ma:index="21" nillable="true" ma:displayName="Project" ma:internalName="QMULProject">
      <xsd:simpleType>
        <xsd:restriction base="dms:Text">
          <xsd:maxLength value="255"/>
        </xsd:restriction>
      </xsd:simpleType>
    </xsd:element>
    <xsd:element name="QMULReviewDate" ma:index="22" nillable="true" ma:displayName="Review Date" ma:format="DateOnly" ma:internalName="QMULReviewDate">
      <xsd:simpleType>
        <xsd:restriction base="dms:DateTime"/>
      </xsd:simpleType>
    </xsd:element>
    <xsd:element name="QMULOwner" ma:index="23" nillable="true" ma:displayName="Owner" ma:list="UserInfo" ma:SharePointGroup="0" ma:internalName="QMULOwner" ma:showField="ImnNam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5efd484-15aa-41a0-83f6-0646502cb6d6" elementFormDefault="qualified">
    <xsd:import namespace="http://schemas.microsoft.com/office/2006/documentManagement/types"/>
    <xsd:import namespace="http://schemas.microsoft.com/office/infopath/2007/PartnerControls"/>
    <xsd:element name="TaxKeywordTaxHTField" ma:index="24" nillable="true" ma:taxonomy="true" ma:internalName="TaxKeywordTaxHTField" ma:taxonomyFieldName="TaxKeyword" ma:displayName="Enterprise Keywords" ma:fieldId="{23f27201-bee3-471e-b2e7-b64fd8b7ca38}" ma:taxonomyMulti="true" ma:sspId="9c18f9b8-5ae4-4f0b-a238-a922c51e2dda" ma:termSetId="00000000-0000-0000-0000-000000000000" ma:anchorId="00000000-0000-0000-0000-000000000000" ma:open="true" ma:isKeyword="true">
      <xsd:complexType>
        <xsd:sequence>
          <xsd:element ref="pc:Terms" minOccurs="0" maxOccurs="1"/>
        </xsd:sequence>
      </xsd:complexType>
    </xsd:element>
    <xsd:element name="TaxCatchAll" ma:index="26" nillable="true" ma:displayName="Taxonomy Catch All Column" ma:hidden="true" ma:list="{1f6a6b9b-da54-415f-937e-8ec3b13cefdb}" ma:internalName="TaxCatchAll" ma:showField="CatchAllData" ma:web="6649982f-b66b-4072-8006-4697fed55f9d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axCatchAllLabel" ma:index="27" nillable="true" ma:displayName="Taxonomy Catch All Column1" ma:hidden="true" ma:list="{1f6a6b9b-da54-415f-937e-8ec3b13cefdb}" ma:internalName="TaxCatchAllLabel" ma:readOnly="true" ma:showField="CatchAllDataLabel" ma:web="6649982f-b66b-4072-8006-4697fed55f9d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5ae7f3d-bcd0-4e4b-af93-f03a9fbb19b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2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2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3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31" nillable="true" ma:displayName="Tags" ma:internalName="MediaServiceAutoTags" ma:readOnly="true">
      <xsd:simpleType>
        <xsd:restriction base="dms:Text"/>
      </xsd:simpleType>
    </xsd:element>
    <xsd:element name="MediaServiceOCR" ma:index="32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3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3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35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36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37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41" nillable="true" ma:taxonomy="true" ma:internalName="lcf76f155ced4ddcb4097134ff3c332f" ma:taxonomyFieldName="MediaServiceImageTags" ma:displayName="Image Tags" ma:readOnly="false" ma:fieldId="{5cf76f15-5ced-4ddc-b409-7134ff3c332f}" ma:taxonomyMulti="true" ma:sspId="9c18f9b8-5ae4-4f0b-a238-a922c51e2dda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649982f-b66b-4072-8006-4697fed55f9d" elementFormDefault="qualified">
    <xsd:import namespace="http://schemas.microsoft.com/office/2006/documentManagement/types"/>
    <xsd:import namespace="http://schemas.microsoft.com/office/infopath/2007/PartnerControls"/>
    <xsd:element name="SharedWithUsers" ma:index="3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3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SharedContentType xmlns="Microsoft.SharePoint.Taxonomy.ContentTypeSync" SourceId="9c18f9b8-5ae4-4f0b-a238-a922c51e2dda" ContentTypeId="0x0101005EA864BF41DF8A41860E925F5B29BCF5" PreviousValue="false"/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C9F88211-CC1C-4F88-863B-51933ACF2E8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d5efd484-15aa-41a0-83f6-0646502cb6d6"/>
    <ds:schemaRef ds:uri="45ae7f3d-bcd0-4e4b-af93-f03a9fbb19b5"/>
    <ds:schemaRef ds:uri="6649982f-b66b-4072-8006-4697fed55f9d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BF63176E-1483-4C15-BD4B-1EE4D79BE256}">
  <ds:schemaRefs>
    <ds:schemaRef ds:uri="Microsoft.SharePoint.Taxonomy.ContentTypeSync"/>
  </ds:schemaRefs>
</ds:datastoreItem>
</file>

<file path=customXml/itemProps3.xml><?xml version="1.0" encoding="utf-8"?>
<ds:datastoreItem xmlns:ds="http://schemas.openxmlformats.org/officeDocument/2006/customXml" ds:itemID="{88D383BC-4600-4FB3-BB1E-D462881A88AC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9</TotalTime>
  <Words>755</Words>
  <Application>Microsoft Office PowerPoint</Application>
  <PresentationFormat>全屏显示(16:9)</PresentationFormat>
  <Paragraphs>95</Paragraphs>
  <Slides>10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3</vt:i4>
      </vt:variant>
      <vt:variant>
        <vt:lpstr>幻灯片标题</vt:lpstr>
      </vt:variant>
      <vt:variant>
        <vt:i4>10</vt:i4>
      </vt:variant>
    </vt:vector>
  </HeadingPairs>
  <TitlesOfParts>
    <vt:vector size="17" baseType="lpstr">
      <vt:lpstr>4 Text</vt:lpstr>
      <vt:lpstr>Channel 4 Chadwick</vt:lpstr>
      <vt:lpstr>Arial</vt:lpstr>
      <vt:lpstr>Calibri</vt:lpstr>
      <vt:lpstr>Office Theme</vt:lpstr>
      <vt:lpstr>1_Custom Design</vt:lpstr>
      <vt:lpstr>2_Custom Design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 J</dc:creator>
  <cp:lastModifiedBy>Weiliang Liu</cp:lastModifiedBy>
  <cp:revision>89</cp:revision>
  <dcterms:created xsi:type="dcterms:W3CDTF">2020-06-18T12:08:25Z</dcterms:created>
  <dcterms:modified xsi:type="dcterms:W3CDTF">2026-04-19T19:28:27Z</dcterms:modified>
</cp:coreProperties>
</file>