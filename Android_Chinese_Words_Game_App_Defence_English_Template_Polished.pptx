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4"/>
    <p:sldMasterId id="2147483866" r:id="rId5"/>
    <p:sldMasterId id="2147483843" r:id="rId6"/>
  </p:sldMasterIdLst>
  <p:notesMasterIdLst>
    <p:notesMasterId r:id="rId17"/>
  </p:notesMasterIdLst>
  <p:handoutMasterIdLst>
    <p:handoutMasterId r:id="rId18"/>
  </p:handoutMasterIdLst>
  <p:sldIdLst>
    <p:sldId id="257" r:id="rId7"/>
    <p:sldId id="325" r:id="rId8"/>
    <p:sldId id="326" r:id="rId9"/>
    <p:sldId id="327" r:id="rId10"/>
    <p:sldId id="330" r:id="rId11"/>
    <p:sldId id="324" r:id="rId12"/>
    <p:sldId id="329" r:id="rId13"/>
    <p:sldId id="328" r:id="rId14"/>
    <p:sldId id="306" r:id="rId15"/>
    <p:sldId id="311" r:id="rId16"/>
  </p:sldIdLst>
  <p:sldSz cx="9144000" cy="5143500" type="screen16x9"/>
  <p:notesSz cx="6858000" cy="9144000"/>
  <p:defaultTextStyle>
    <a:defPPr>
      <a:defRPr lang="en-US"/>
    </a:defPPr>
    <a:lvl1pPr marL="0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D0B69D-9948-46F3-B07D-8BF81D90CAFD}">
          <p14:sldIdLst>
            <p14:sldId id="257"/>
            <p14:sldId id="325"/>
            <p14:sldId id="326"/>
            <p14:sldId id="327"/>
            <p14:sldId id="330"/>
            <p14:sldId id="324"/>
            <p14:sldId id="329"/>
            <p14:sldId id="328"/>
            <p14:sldId id="306"/>
            <p14:sldId id="311"/>
          </p14:sldIdLst>
        </p14:section>
        <p14:section name="Untitled Section" id="{BC207CB5-D627-4B15-B03B-ED7A53E19D7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ntal Tucker" initials="CT" lastIdx="1" clrIdx="0">
    <p:extLst>
      <p:ext uri="{19B8F6BF-5375-455C-9EA6-DF929625EA0E}">
        <p15:presenceInfo xmlns:p15="http://schemas.microsoft.com/office/powerpoint/2012/main" userId="S::ylw375@qmul.ac.uk::68e5e39d-b608-4916-a5b9-03a6b998a0a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008C"/>
    <a:srgbClr val="1C3D74"/>
    <a:srgbClr val="2DB8C5"/>
    <a:srgbClr val="73B82B"/>
    <a:srgbClr val="F18500"/>
    <a:srgbClr val="10746A"/>
    <a:srgbClr val="8D3786"/>
    <a:srgbClr val="CDA60C"/>
    <a:srgbClr val="2DB862"/>
    <a:srgbClr val="0096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CCE617-4E19-4CDD-B2B6-FB8246469C29}" v="24" dt="2022-06-21T20:52:47.6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588" autoAdjust="0"/>
    <p:restoredTop sz="94695" autoAdjust="0"/>
  </p:normalViewPr>
  <p:slideViewPr>
    <p:cSldViewPr snapToGrid="0" snapToObjects="1">
      <p:cViewPr varScale="1">
        <p:scale>
          <a:sx n="108" d="100"/>
          <a:sy n="108" d="100"/>
        </p:scale>
        <p:origin x="106" y="10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44" d="100"/>
          <a:sy n="44" d="100"/>
        </p:scale>
        <p:origin x="252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ntal Tucker" userId="68e5e39d-b608-4916-a5b9-03a6b998a0aa" providerId="ADAL" clId="{14CCE617-4E19-4CDD-B2B6-FB8246469C29}"/>
    <pc:docChg chg="undo redo custSel addSld delSld modSld modSection">
      <pc:chgData name="Chantal Tucker" userId="68e5e39d-b608-4916-a5b9-03a6b998a0aa" providerId="ADAL" clId="{14CCE617-4E19-4CDD-B2B6-FB8246469C29}" dt="2022-06-21T20:53:23.811" v="2898" actId="122"/>
      <pc:docMkLst>
        <pc:docMk/>
      </pc:docMkLst>
      <pc:sldChg chg="del">
        <pc:chgData name="Chantal Tucker" userId="68e5e39d-b608-4916-a5b9-03a6b998a0aa" providerId="ADAL" clId="{14CCE617-4E19-4CDD-B2B6-FB8246469C29}" dt="2022-06-21T19:18:44.854" v="1" actId="47"/>
        <pc:sldMkLst>
          <pc:docMk/>
          <pc:sldMk cId="1863928317" sldId="256"/>
        </pc:sldMkLst>
      </pc:sldChg>
      <pc:sldChg chg="modSp mod">
        <pc:chgData name="Chantal Tucker" userId="68e5e39d-b608-4916-a5b9-03a6b998a0aa" providerId="ADAL" clId="{14CCE617-4E19-4CDD-B2B6-FB8246469C29}" dt="2022-06-21T19:21:20.214" v="94" actId="1076"/>
        <pc:sldMkLst>
          <pc:docMk/>
          <pc:sldMk cId="2143892285" sldId="257"/>
        </pc:sldMkLst>
        <pc:spChg chg="mod">
          <ac:chgData name="Chantal Tucker" userId="68e5e39d-b608-4916-a5b9-03a6b998a0aa" providerId="ADAL" clId="{14CCE617-4E19-4CDD-B2B6-FB8246469C29}" dt="2022-06-21T19:20:25.572" v="38" actId="14100"/>
          <ac:spMkLst>
            <pc:docMk/>
            <pc:sldMk cId="2143892285" sldId="257"/>
            <ac:spMk id="6" creationId="{00000000-0000-0000-0000-000000000000}"/>
          </ac:spMkLst>
        </pc:spChg>
        <pc:spChg chg="mod">
          <ac:chgData name="Chantal Tucker" userId="68e5e39d-b608-4916-a5b9-03a6b998a0aa" providerId="ADAL" clId="{14CCE617-4E19-4CDD-B2B6-FB8246469C29}" dt="2022-06-21T19:21:20.214" v="94" actId="1076"/>
          <ac:spMkLst>
            <pc:docMk/>
            <pc:sldMk cId="2143892285" sldId="257"/>
            <ac:spMk id="7" creationId="{00000000-0000-0000-0000-000000000000}"/>
          </ac:spMkLst>
        </pc:spChg>
      </pc:sldChg>
      <pc:sldChg chg="del">
        <pc:chgData name="Chantal Tucker" userId="68e5e39d-b608-4916-a5b9-03a6b998a0aa" providerId="ADAL" clId="{14CCE617-4E19-4CDD-B2B6-FB8246469C29}" dt="2022-06-21T19:19:04.336" v="6" actId="47"/>
        <pc:sldMkLst>
          <pc:docMk/>
          <pc:sldMk cId="3331294193" sldId="258"/>
        </pc:sldMkLst>
      </pc:sldChg>
      <pc:sldChg chg="del">
        <pc:chgData name="Chantal Tucker" userId="68e5e39d-b608-4916-a5b9-03a6b998a0aa" providerId="ADAL" clId="{14CCE617-4E19-4CDD-B2B6-FB8246469C29}" dt="2022-06-21T19:18:59.297" v="5" actId="47"/>
        <pc:sldMkLst>
          <pc:docMk/>
          <pc:sldMk cId="157404924" sldId="259"/>
        </pc:sldMkLst>
      </pc:sldChg>
      <pc:sldChg chg="del">
        <pc:chgData name="Chantal Tucker" userId="68e5e39d-b608-4916-a5b9-03a6b998a0aa" providerId="ADAL" clId="{14CCE617-4E19-4CDD-B2B6-FB8246469C29}" dt="2022-06-21T19:18:55.529" v="4" actId="47"/>
        <pc:sldMkLst>
          <pc:docMk/>
          <pc:sldMk cId="2260478679" sldId="260"/>
        </pc:sldMkLst>
      </pc:sldChg>
      <pc:sldChg chg="del">
        <pc:chgData name="Chantal Tucker" userId="68e5e39d-b608-4916-a5b9-03a6b998a0aa" providerId="ADAL" clId="{14CCE617-4E19-4CDD-B2B6-FB8246469C29}" dt="2022-06-21T19:18:54.006" v="3" actId="47"/>
        <pc:sldMkLst>
          <pc:docMk/>
          <pc:sldMk cId="4034396202" sldId="261"/>
        </pc:sldMkLst>
      </pc:sldChg>
      <pc:sldChg chg="del">
        <pc:chgData name="Chantal Tucker" userId="68e5e39d-b608-4916-a5b9-03a6b998a0aa" providerId="ADAL" clId="{14CCE617-4E19-4CDD-B2B6-FB8246469C29}" dt="2022-06-21T19:18:52.515" v="2" actId="47"/>
        <pc:sldMkLst>
          <pc:docMk/>
          <pc:sldMk cId="3094378384" sldId="262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274172994" sldId="267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1489434500" sldId="279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431227005" sldId="281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291671420" sldId="282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305216788" sldId="283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3953222683" sldId="285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1174808830" sldId="286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4181423787" sldId="287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4040085527" sldId="289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402758749" sldId="290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2122486078" sldId="291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2878511715" sldId="298"/>
        </pc:sldMkLst>
      </pc:sldChg>
      <pc:sldChg chg="delSp del mod">
        <pc:chgData name="Chantal Tucker" userId="68e5e39d-b608-4916-a5b9-03a6b998a0aa" providerId="ADAL" clId="{14CCE617-4E19-4CDD-B2B6-FB8246469C29}" dt="2022-06-21T20:21:15.300" v="1573" actId="47"/>
        <pc:sldMkLst>
          <pc:docMk/>
          <pc:sldMk cId="3351570998" sldId="299"/>
        </pc:sldMkLst>
        <pc:spChg chg="del">
          <ac:chgData name="Chantal Tucker" userId="68e5e39d-b608-4916-a5b9-03a6b998a0aa" providerId="ADAL" clId="{14CCE617-4E19-4CDD-B2B6-FB8246469C29}" dt="2022-06-21T19:22:02.548" v="97" actId="21"/>
          <ac:spMkLst>
            <pc:docMk/>
            <pc:sldMk cId="3351570998" sldId="299"/>
            <ac:spMk id="3" creationId="{C97A7916-AD69-44CF-8BA6-1FA33516A9E0}"/>
          </ac:spMkLst>
        </pc:spChg>
        <pc:picChg chg="del">
          <ac:chgData name="Chantal Tucker" userId="68e5e39d-b608-4916-a5b9-03a6b998a0aa" providerId="ADAL" clId="{14CCE617-4E19-4CDD-B2B6-FB8246469C29}" dt="2022-06-21T19:21:53.736" v="96" actId="478"/>
          <ac:picMkLst>
            <pc:docMk/>
            <pc:sldMk cId="3351570998" sldId="299"/>
            <ac:picMk id="6" creationId="{9843D63E-22BB-45D3-B50A-95A1A05AAFC6}"/>
          </ac:picMkLst>
        </pc:picChg>
      </pc:sldChg>
      <pc:sldChg chg="del">
        <pc:chgData name="Chantal Tucker" userId="68e5e39d-b608-4916-a5b9-03a6b998a0aa" providerId="ADAL" clId="{14CCE617-4E19-4CDD-B2B6-FB8246469C29}" dt="2022-06-21T20:21:18.605" v="1574" actId="47"/>
        <pc:sldMkLst>
          <pc:docMk/>
          <pc:sldMk cId="2286344043" sldId="301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326860546" sldId="302"/>
        </pc:sldMkLst>
      </pc:sldChg>
      <pc:sldChg chg="del">
        <pc:chgData name="Chantal Tucker" userId="68e5e39d-b608-4916-a5b9-03a6b998a0aa" providerId="ADAL" clId="{14CCE617-4E19-4CDD-B2B6-FB8246469C29}" dt="2022-06-21T19:18:38.202" v="0" actId="47"/>
        <pc:sldMkLst>
          <pc:docMk/>
          <pc:sldMk cId="69702316" sldId="303"/>
        </pc:sldMkLst>
      </pc:sldChg>
      <pc:sldChg chg="del">
        <pc:chgData name="Chantal Tucker" userId="68e5e39d-b608-4916-a5b9-03a6b998a0aa" providerId="ADAL" clId="{14CCE617-4E19-4CDD-B2B6-FB8246469C29}" dt="2022-06-21T19:21:45.087" v="95" actId="47"/>
        <pc:sldMkLst>
          <pc:docMk/>
          <pc:sldMk cId="1196330511" sldId="304"/>
        </pc:sldMkLst>
      </pc:sldChg>
      <pc:sldChg chg="modSp add mod">
        <pc:chgData name="Chantal Tucker" userId="68e5e39d-b608-4916-a5b9-03a6b998a0aa" providerId="ADAL" clId="{14CCE617-4E19-4CDD-B2B6-FB8246469C29}" dt="2022-06-21T20:52:47.629" v="2894" actId="20577"/>
        <pc:sldMkLst>
          <pc:docMk/>
          <pc:sldMk cId="76368166" sldId="306"/>
        </pc:sldMkLst>
        <pc:spChg chg="mod">
          <ac:chgData name="Chantal Tucker" userId="68e5e39d-b608-4916-a5b9-03a6b998a0aa" providerId="ADAL" clId="{14CCE617-4E19-4CDD-B2B6-FB8246469C29}" dt="2022-06-21T20:52:47.629" v="2894" actId="20577"/>
          <ac:spMkLst>
            <pc:docMk/>
            <pc:sldMk cId="76368166" sldId="306"/>
            <ac:spMk id="3" creationId="{843600BD-45D4-4E3B-AE90-876F31D19A0F}"/>
          </ac:spMkLst>
        </pc:spChg>
      </pc:sldChg>
      <pc:sldChg chg="add del">
        <pc:chgData name="Chantal Tucker" userId="68e5e39d-b608-4916-a5b9-03a6b998a0aa" providerId="ADAL" clId="{14CCE617-4E19-4CDD-B2B6-FB8246469C29}" dt="2022-06-21T20:42:51.994" v="2537" actId="47"/>
        <pc:sldMkLst>
          <pc:docMk/>
          <pc:sldMk cId="1472037462" sldId="310"/>
        </pc:sldMkLst>
      </pc:sldChg>
      <pc:sldChg chg="modSp add mod">
        <pc:chgData name="Chantal Tucker" userId="68e5e39d-b608-4916-a5b9-03a6b998a0aa" providerId="ADAL" clId="{14CCE617-4E19-4CDD-B2B6-FB8246469C29}" dt="2022-06-21T20:53:07.874" v="2895" actId="122"/>
        <pc:sldMkLst>
          <pc:docMk/>
          <pc:sldMk cId="3611639441" sldId="311"/>
        </pc:sldMkLst>
        <pc:spChg chg="mod">
          <ac:chgData name="Chantal Tucker" userId="68e5e39d-b608-4916-a5b9-03a6b998a0aa" providerId="ADAL" clId="{14CCE617-4E19-4CDD-B2B6-FB8246469C29}" dt="2022-06-21T20:53:07.874" v="2895" actId="122"/>
          <ac:spMkLst>
            <pc:docMk/>
            <pc:sldMk cId="3611639441" sldId="311"/>
            <ac:spMk id="2" creationId="{094E8EB0-BF83-4882-B4F4-5882631EFB1B}"/>
          </ac:spMkLst>
        </pc:spChg>
      </pc:sldChg>
      <pc:sldChg chg="modSp add mod">
        <pc:chgData name="Chantal Tucker" userId="68e5e39d-b608-4916-a5b9-03a6b998a0aa" providerId="ADAL" clId="{14CCE617-4E19-4CDD-B2B6-FB8246469C29}" dt="2022-06-21T20:53:12.670" v="2896" actId="122"/>
        <pc:sldMkLst>
          <pc:docMk/>
          <pc:sldMk cId="1891806669" sldId="312"/>
        </pc:sldMkLst>
        <pc:spChg chg="mod">
          <ac:chgData name="Chantal Tucker" userId="68e5e39d-b608-4916-a5b9-03a6b998a0aa" providerId="ADAL" clId="{14CCE617-4E19-4CDD-B2B6-FB8246469C29}" dt="2022-06-21T20:53:12.670" v="2896" actId="122"/>
          <ac:spMkLst>
            <pc:docMk/>
            <pc:sldMk cId="1891806669" sldId="312"/>
            <ac:spMk id="2" creationId="{094E8EB0-BF83-4882-B4F4-5882631EFB1B}"/>
          </ac:spMkLst>
        </pc:spChg>
      </pc:sldChg>
      <pc:sldChg chg="modSp add mod">
        <pc:chgData name="Chantal Tucker" userId="68e5e39d-b608-4916-a5b9-03a6b998a0aa" providerId="ADAL" clId="{14CCE617-4E19-4CDD-B2B6-FB8246469C29}" dt="2022-06-21T20:53:17.649" v="2897" actId="122"/>
        <pc:sldMkLst>
          <pc:docMk/>
          <pc:sldMk cId="4092653358" sldId="313"/>
        </pc:sldMkLst>
        <pc:spChg chg="mod">
          <ac:chgData name="Chantal Tucker" userId="68e5e39d-b608-4916-a5b9-03a6b998a0aa" providerId="ADAL" clId="{14CCE617-4E19-4CDD-B2B6-FB8246469C29}" dt="2022-06-21T20:53:17.649" v="2897" actId="122"/>
          <ac:spMkLst>
            <pc:docMk/>
            <pc:sldMk cId="4092653358" sldId="313"/>
            <ac:spMk id="2" creationId="{094E8EB0-BF83-4882-B4F4-5882631EFB1B}"/>
          </ac:spMkLst>
        </pc:spChg>
      </pc:sldChg>
      <pc:sldChg chg="modSp add mod">
        <pc:chgData name="Chantal Tucker" userId="68e5e39d-b608-4916-a5b9-03a6b998a0aa" providerId="ADAL" clId="{14CCE617-4E19-4CDD-B2B6-FB8246469C29}" dt="2022-06-21T20:53:23.811" v="2898" actId="122"/>
        <pc:sldMkLst>
          <pc:docMk/>
          <pc:sldMk cId="1203177308" sldId="314"/>
        </pc:sldMkLst>
        <pc:spChg chg="mod">
          <ac:chgData name="Chantal Tucker" userId="68e5e39d-b608-4916-a5b9-03a6b998a0aa" providerId="ADAL" clId="{14CCE617-4E19-4CDD-B2B6-FB8246469C29}" dt="2022-06-21T20:53:23.811" v="2898" actId="122"/>
          <ac:spMkLst>
            <pc:docMk/>
            <pc:sldMk cId="1203177308" sldId="314"/>
            <ac:spMk id="2" creationId="{094E8EB0-BF83-4882-B4F4-5882631EFB1B}"/>
          </ac:spMkLst>
        </pc:spChg>
      </pc:sldChg>
      <pc:sldChg chg="modSp mod addCm delCm modNotes">
        <pc:chgData name="Chantal Tucker" userId="68e5e39d-b608-4916-a5b9-03a6b998a0aa" providerId="ADAL" clId="{14CCE617-4E19-4CDD-B2B6-FB8246469C29}" dt="2022-06-21T20:49:09.164" v="2772" actId="255"/>
        <pc:sldMkLst>
          <pc:docMk/>
          <pc:sldMk cId="731262076" sldId="318"/>
        </pc:sldMkLst>
        <pc:spChg chg="mod">
          <ac:chgData name="Chantal Tucker" userId="68e5e39d-b608-4916-a5b9-03a6b998a0aa" providerId="ADAL" clId="{14CCE617-4E19-4CDD-B2B6-FB8246469C29}" dt="2022-06-21T20:48:29.395" v="2748" actId="122"/>
          <ac:spMkLst>
            <pc:docMk/>
            <pc:sldMk cId="731262076" sldId="318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49:09.164" v="2772" actId="255"/>
          <ac:spMkLst>
            <pc:docMk/>
            <pc:sldMk cId="731262076" sldId="318"/>
            <ac:spMk id="3" creationId="{843600BD-45D4-4E3B-AE90-876F31D19A0F}"/>
          </ac:spMkLst>
        </pc:spChg>
      </pc:sldChg>
      <pc:sldChg chg="delSp modSp add mod">
        <pc:chgData name="Chantal Tucker" userId="68e5e39d-b608-4916-a5b9-03a6b998a0aa" providerId="ADAL" clId="{14CCE617-4E19-4CDD-B2B6-FB8246469C29}" dt="2022-06-21T20:29:21.515" v="1901"/>
        <pc:sldMkLst>
          <pc:docMk/>
          <pc:sldMk cId="374006124" sldId="324"/>
        </pc:sldMkLst>
        <pc:spChg chg="mod">
          <ac:chgData name="Chantal Tucker" userId="68e5e39d-b608-4916-a5b9-03a6b998a0aa" providerId="ADAL" clId="{14CCE617-4E19-4CDD-B2B6-FB8246469C29}" dt="2022-06-21T20:26:01.461" v="1822" actId="122"/>
          <ac:spMkLst>
            <pc:docMk/>
            <pc:sldMk cId="374006124" sldId="324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29:21.515" v="1901"/>
          <ac:spMkLst>
            <pc:docMk/>
            <pc:sldMk cId="374006124" sldId="324"/>
            <ac:spMk id="3" creationId="{843600BD-45D4-4E3B-AE90-876F31D19A0F}"/>
          </ac:spMkLst>
        </pc:spChg>
        <pc:spChg chg="del">
          <ac:chgData name="Chantal Tucker" userId="68e5e39d-b608-4916-a5b9-03a6b998a0aa" providerId="ADAL" clId="{14CCE617-4E19-4CDD-B2B6-FB8246469C29}" dt="2022-06-21T20:26:20.131" v="1823" actId="478"/>
          <ac:spMkLst>
            <pc:docMk/>
            <pc:sldMk cId="374006124" sldId="324"/>
            <ac:spMk id="4" creationId="{22C2E7C5-1F23-49DC-90E2-87CBD5961E58}"/>
          </ac:spMkLst>
        </pc:spChg>
      </pc:sldChg>
      <pc:sldChg chg="modSp del mod">
        <pc:chgData name="Chantal Tucker" userId="68e5e39d-b608-4916-a5b9-03a6b998a0aa" providerId="ADAL" clId="{14CCE617-4E19-4CDD-B2B6-FB8246469C29}" dt="2022-06-21T20:35:48.234" v="2361" actId="20577"/>
        <pc:sldMkLst>
          <pc:docMk/>
          <pc:sldMk cId="2442947990" sldId="325"/>
        </pc:sldMkLst>
        <pc:spChg chg="mod">
          <ac:chgData name="Chantal Tucker" userId="68e5e39d-b608-4916-a5b9-03a6b998a0aa" providerId="ADAL" clId="{14CCE617-4E19-4CDD-B2B6-FB8246469C29}" dt="2022-06-21T19:37:15.664" v="499" actId="1076"/>
          <ac:spMkLst>
            <pc:docMk/>
            <pc:sldMk cId="2442947990" sldId="325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35:48.234" v="2361" actId="20577"/>
          <ac:spMkLst>
            <pc:docMk/>
            <pc:sldMk cId="2442947990" sldId="325"/>
            <ac:spMk id="3" creationId="{843600BD-45D4-4E3B-AE90-876F31D19A0F}"/>
          </ac:spMkLst>
        </pc:spChg>
      </pc:sldChg>
      <pc:sldChg chg="modSp add mod">
        <pc:chgData name="Chantal Tucker" userId="68e5e39d-b608-4916-a5b9-03a6b998a0aa" providerId="ADAL" clId="{14CCE617-4E19-4CDD-B2B6-FB8246469C29}" dt="2022-06-21T20:20:42.674" v="1572" actId="20577"/>
        <pc:sldMkLst>
          <pc:docMk/>
          <pc:sldMk cId="4142931078" sldId="326"/>
        </pc:sldMkLst>
        <pc:spChg chg="mod">
          <ac:chgData name="Chantal Tucker" userId="68e5e39d-b608-4916-a5b9-03a6b998a0aa" providerId="ADAL" clId="{14CCE617-4E19-4CDD-B2B6-FB8246469C29}" dt="2022-06-21T20:08:07.641" v="535" actId="20577"/>
          <ac:spMkLst>
            <pc:docMk/>
            <pc:sldMk cId="4142931078" sldId="326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20:42.674" v="1572" actId="20577"/>
          <ac:spMkLst>
            <pc:docMk/>
            <pc:sldMk cId="4142931078" sldId="326"/>
            <ac:spMk id="3" creationId="{843600BD-45D4-4E3B-AE90-876F31D19A0F}"/>
          </ac:spMkLst>
        </pc:spChg>
      </pc:sldChg>
      <pc:sldChg chg="modSp add mod">
        <pc:chgData name="Chantal Tucker" userId="68e5e39d-b608-4916-a5b9-03a6b998a0aa" providerId="ADAL" clId="{14CCE617-4E19-4CDD-B2B6-FB8246469C29}" dt="2022-06-21T20:37:03.146" v="2406" actId="5793"/>
        <pc:sldMkLst>
          <pc:docMk/>
          <pc:sldMk cId="4103447981" sldId="327"/>
        </pc:sldMkLst>
        <pc:spChg chg="mod">
          <ac:chgData name="Chantal Tucker" userId="68e5e39d-b608-4916-a5b9-03a6b998a0aa" providerId="ADAL" clId="{14CCE617-4E19-4CDD-B2B6-FB8246469C29}" dt="2022-06-21T20:37:03.146" v="2406" actId="5793"/>
          <ac:spMkLst>
            <pc:docMk/>
            <pc:sldMk cId="4103447981" sldId="327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31:28.098" v="2028" actId="20577"/>
          <ac:spMkLst>
            <pc:docMk/>
            <pc:sldMk cId="4103447981" sldId="327"/>
            <ac:spMk id="3" creationId="{843600BD-45D4-4E3B-AE90-876F31D19A0F}"/>
          </ac:spMkLst>
        </pc:spChg>
      </pc:sldChg>
      <pc:sldChg chg="addSp delSp modSp add mod">
        <pc:chgData name="Chantal Tucker" userId="68e5e39d-b608-4916-a5b9-03a6b998a0aa" providerId="ADAL" clId="{14CCE617-4E19-4CDD-B2B6-FB8246469C29}" dt="2022-06-21T20:40:36.827" v="2534" actId="22"/>
        <pc:sldMkLst>
          <pc:docMk/>
          <pc:sldMk cId="858217739" sldId="328"/>
        </pc:sldMkLst>
        <pc:spChg chg="mod">
          <ac:chgData name="Chantal Tucker" userId="68e5e39d-b608-4916-a5b9-03a6b998a0aa" providerId="ADAL" clId="{14CCE617-4E19-4CDD-B2B6-FB8246469C29}" dt="2022-06-21T20:24:53.876" v="1805" actId="20577"/>
          <ac:spMkLst>
            <pc:docMk/>
            <pc:sldMk cId="858217739" sldId="328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39:11.574" v="2530" actId="20577"/>
          <ac:spMkLst>
            <pc:docMk/>
            <pc:sldMk cId="858217739" sldId="328"/>
            <ac:spMk id="3" creationId="{843600BD-45D4-4E3B-AE90-876F31D19A0F}"/>
          </ac:spMkLst>
        </pc:spChg>
        <pc:spChg chg="add del">
          <ac:chgData name="Chantal Tucker" userId="68e5e39d-b608-4916-a5b9-03a6b998a0aa" providerId="ADAL" clId="{14CCE617-4E19-4CDD-B2B6-FB8246469C29}" dt="2022-06-21T20:40:30.371" v="2532" actId="22"/>
          <ac:spMkLst>
            <pc:docMk/>
            <pc:sldMk cId="858217739" sldId="328"/>
            <ac:spMk id="5" creationId="{FF513A07-14B7-42FE-B7C3-44ABAE78FE3C}"/>
          </ac:spMkLst>
        </pc:spChg>
        <pc:spChg chg="add del">
          <ac:chgData name="Chantal Tucker" userId="68e5e39d-b608-4916-a5b9-03a6b998a0aa" providerId="ADAL" clId="{14CCE617-4E19-4CDD-B2B6-FB8246469C29}" dt="2022-06-21T20:40:36.827" v="2534" actId="22"/>
          <ac:spMkLst>
            <pc:docMk/>
            <pc:sldMk cId="858217739" sldId="328"/>
            <ac:spMk id="7" creationId="{AC98E5C3-D673-4FE7-A0B5-0FFE8E846187}"/>
          </ac:spMkLst>
        </pc:spChg>
      </pc:sldChg>
      <pc:sldChg chg="modSp add mod">
        <pc:chgData name="Chantal Tucker" userId="68e5e39d-b608-4916-a5b9-03a6b998a0aa" providerId="ADAL" clId="{14CCE617-4E19-4CDD-B2B6-FB8246469C29}" dt="2022-06-21T20:50:22.069" v="2816" actId="255"/>
        <pc:sldMkLst>
          <pc:docMk/>
          <pc:sldMk cId="214287663" sldId="329"/>
        </pc:sldMkLst>
        <pc:spChg chg="mod">
          <ac:chgData name="Chantal Tucker" userId="68e5e39d-b608-4916-a5b9-03a6b998a0aa" providerId="ADAL" clId="{14CCE617-4E19-4CDD-B2B6-FB8246469C29}" dt="2022-06-21T20:29:32.755" v="1902" actId="6549"/>
          <ac:spMkLst>
            <pc:docMk/>
            <pc:sldMk cId="214287663" sldId="329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50:22.069" v="2816" actId="255"/>
          <ac:spMkLst>
            <pc:docMk/>
            <pc:sldMk cId="214287663" sldId="329"/>
            <ac:spMk id="3" creationId="{843600BD-45D4-4E3B-AE90-876F31D19A0F}"/>
          </ac:spMkLst>
        </pc:spChg>
      </pc:sldChg>
      <pc:sldChg chg="modSp add mod">
        <pc:chgData name="Chantal Tucker" userId="68e5e39d-b608-4916-a5b9-03a6b998a0aa" providerId="ADAL" clId="{14CCE617-4E19-4CDD-B2B6-FB8246469C29}" dt="2022-06-21T20:36:57.072" v="2395" actId="20577"/>
        <pc:sldMkLst>
          <pc:docMk/>
          <pc:sldMk cId="4050194602" sldId="330"/>
        </pc:sldMkLst>
        <pc:spChg chg="mod">
          <ac:chgData name="Chantal Tucker" userId="68e5e39d-b608-4916-a5b9-03a6b998a0aa" providerId="ADAL" clId="{14CCE617-4E19-4CDD-B2B6-FB8246469C29}" dt="2022-06-21T20:36:57.072" v="2395" actId="20577"/>
          <ac:spMkLst>
            <pc:docMk/>
            <pc:sldMk cId="4050194602" sldId="330"/>
            <ac:spMk id="2" creationId="{094E8EB0-BF83-4882-B4F4-5882631EFB1B}"/>
          </ac:spMkLst>
        </pc:spChg>
        <pc:spChg chg="mod">
          <ac:chgData name="Chantal Tucker" userId="68e5e39d-b608-4916-a5b9-03a6b998a0aa" providerId="ADAL" clId="{14CCE617-4E19-4CDD-B2B6-FB8246469C29}" dt="2022-06-21T20:35:01.939" v="2359" actId="20577"/>
          <ac:spMkLst>
            <pc:docMk/>
            <pc:sldMk cId="4050194602" sldId="330"/>
            <ac:spMk id="3" creationId="{843600BD-45D4-4E3B-AE90-876F31D19A0F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0"/>
          <a:lstStyle/>
          <a:p>
            <a:pPr>
              <a:defRPr sz="1400" b="0" i="0" u="none" strike="noStrike" kern="1200" spc="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solidFill>
                  <a:srgbClr val="001B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c:rich>
      </c:tx>
      <c:layout>
        <c:manualLayout>
          <c:xMode val="edge"/>
          <c:yMode val="edge"/>
          <c:x val="0.30859996977948773"/>
          <c:y val="1.4467262737367422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0"/>
        <a:lstStyle/>
        <a:p>
          <a:pPr>
            <a:defRPr sz="1400" b="0" i="0" u="none" strike="noStrike" kern="1200" spc="0" baseline="0">
              <a:solidFill>
                <a:srgbClr val="001B7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5.5009355875836059E-2"/>
          <c:y val="0.13986788302602043"/>
          <c:w val="0.67931177666812181"/>
          <c:h val="0.76021553992215929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CA9-4D25-9A08-E785591F91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CA9-4D25-9A08-E785591F91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CA9-4D25-9A08-E785591F91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CA9-4D25-9A08-E785591F91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CA9-4D25-9A08-E785591F91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CA9-4D25-9A08-E785591F91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CCA9-4D25-9A08-E785591F912F}"/>
              </c:ext>
            </c:extLst>
          </c:dPt>
          <c:cat>
            <c:strRef>
              <c:f>Sheet1!$A$2:$A$8</c:f>
              <c:strCache>
                <c:ptCount val="7"/>
                <c:pt idx="0">
                  <c:v>Lorem ipsum</c:v>
                </c:pt>
                <c:pt idx="1">
                  <c:v>Lorem ipsum</c:v>
                </c:pt>
                <c:pt idx="2">
                  <c:v>Lorem ipsum</c:v>
                </c:pt>
                <c:pt idx="3">
                  <c:v>Lorem ipsum</c:v>
                </c:pt>
                <c:pt idx="4">
                  <c:v>Lorem ipsum</c:v>
                </c:pt>
                <c:pt idx="5">
                  <c:v>Lorem ipsum</c:v>
                </c:pt>
                <c:pt idx="6">
                  <c:v>Lorem ipsum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6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  <c:pt idx="6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CA9-4D25-9A08-E785591F9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4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6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ayout>
        <c:manualLayout>
          <c:xMode val="edge"/>
          <c:yMode val="edge"/>
          <c:x val="0.69977572318967052"/>
          <c:y val="0.1928179891354784"/>
          <c:w val="0.30022436435136202"/>
          <c:h val="0.652836048290867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rgbClr val="001B71"/>
              </a:solidFill>
              <a:latin typeface="Frutiger 55 Roman" pitchFamily="2" charset="0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0"/>
          <a:lstStyle/>
          <a:p>
            <a:pPr>
              <a:defRPr sz="1400" b="0" i="0" u="none" strike="noStrike" kern="1200" spc="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solidFill>
                  <a:srgbClr val="001B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c:rich>
      </c:tx>
      <c:layout>
        <c:manualLayout>
          <c:xMode val="edge"/>
          <c:yMode val="edge"/>
          <c:x val="0.34416114174553275"/>
          <c:y val="1.406254332746147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0"/>
        <a:lstStyle/>
        <a:p>
          <a:pPr>
            <a:defRPr sz="1400" b="0" i="0" u="none" strike="noStrike" kern="1200" spc="0" baseline="0">
              <a:solidFill>
                <a:srgbClr val="001B7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3.7531567990058079E-2"/>
          <c:y val="0.11931885404850991"/>
          <c:w val="0.63197913902634784"/>
          <c:h val="0.65308987739149349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51-495A-8996-44DF7C239E0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51-495A-8996-44DF7C239E04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51-495A-8996-44DF7C239E04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151-495A-8996-44DF7C239E04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3151-495A-8996-44DF7C239E04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3151-495A-8996-44DF7C239E04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3151-495A-8996-44DF7C239E04}"/>
              </c:ext>
            </c:extLst>
          </c:dPt>
          <c:cat>
            <c:strRef>
              <c:f>Sheet1!$A$2:$A$8</c:f>
              <c:strCache>
                <c:ptCount val="7"/>
                <c:pt idx="0">
                  <c:v>Lorem ipsum</c:v>
                </c:pt>
                <c:pt idx="1">
                  <c:v>Lorem ipsum</c:v>
                </c:pt>
                <c:pt idx="2">
                  <c:v>Lorem ipsum</c:v>
                </c:pt>
                <c:pt idx="3">
                  <c:v>Lorem ipsum</c:v>
                </c:pt>
                <c:pt idx="4">
                  <c:v>Lorem ipsum</c:v>
                </c:pt>
                <c:pt idx="5">
                  <c:v>Lorem ipsum</c:v>
                </c:pt>
                <c:pt idx="6">
                  <c:v>Lorem ipsum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1.5</c:v>
                </c:pt>
                <c:pt idx="2">
                  <c:v>2.5</c:v>
                </c:pt>
                <c:pt idx="3">
                  <c:v>3.5</c:v>
                </c:pt>
                <c:pt idx="4">
                  <c:v>4.5</c:v>
                </c:pt>
                <c:pt idx="5">
                  <c:v>5.5</c:v>
                </c:pt>
                <c:pt idx="6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151-495A-8996-44DF7C239E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853237616"/>
        <c:axId val="774982448"/>
      </c:barChart>
      <c:valAx>
        <c:axId val="7749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01B71"/>
                </a:solidFill>
                <a:latin typeface="Frutiger 55 Roman" pitchFamily="2" charset="0"/>
                <a:ea typeface="+mn-ea"/>
                <a:cs typeface="+mn-cs"/>
              </a:defRPr>
            </a:pPr>
            <a:endParaRPr lang="zh-CN"/>
          </a:p>
        </c:txPr>
        <c:crossAx val="853237616"/>
        <c:crosses val="autoZero"/>
        <c:crossBetween val="between"/>
      </c:valAx>
      <c:catAx>
        <c:axId val="853237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635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774982448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6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ayout>
        <c:manualLayout>
          <c:xMode val="edge"/>
          <c:yMode val="edge"/>
          <c:x val="0.72056497372130657"/>
          <c:y val="0.23026675851480399"/>
          <c:w val="0.24631125718087762"/>
          <c:h val="0.6069796070865118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rgbClr val="001B71"/>
              </a:solidFill>
              <a:latin typeface="Frutiger 55 Roman" pitchFamily="2" charset="0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0"/>
          <a:lstStyle/>
          <a:p>
            <a:pPr>
              <a:defRPr sz="1400" b="0" i="0" u="none" strike="noStrike" kern="1200" spc="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solidFill>
                  <a:srgbClr val="001B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c:rich>
      </c:tx>
      <c:layout>
        <c:manualLayout>
          <c:xMode val="edge"/>
          <c:yMode val="edge"/>
          <c:x val="0.39648043799212601"/>
          <c:y val="1.406249913493484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0"/>
        <a:lstStyle/>
        <a:p>
          <a:pPr>
            <a:defRPr sz="1400" b="0" i="0" u="none" strike="noStrike" kern="1200" spc="0" baseline="0">
              <a:solidFill>
                <a:srgbClr val="001B7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18017085530237922"/>
          <c:y val="0.11931885404850991"/>
          <c:w val="0.59848297447332355"/>
          <c:h val="0.80052066313077841"/>
        </c:manualLayout>
      </c:layout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E79-46EC-ACD0-05064C0E4F1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E79-46EC-ACD0-05064C0E4F15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E79-46EC-ACD0-05064C0E4F15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E79-46EC-ACD0-05064C0E4F15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E79-46EC-ACD0-05064C0E4F15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4E79-46EC-ACD0-05064C0E4F15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4E79-46EC-ACD0-05064C0E4F15}"/>
              </c:ext>
            </c:extLst>
          </c:dPt>
          <c:cat>
            <c:strRef>
              <c:f>Sheet1!$A$2:$A$8</c:f>
              <c:strCache>
                <c:ptCount val="7"/>
                <c:pt idx="0">
                  <c:v>Lorem ipsum</c:v>
                </c:pt>
                <c:pt idx="1">
                  <c:v>Lorem ipsum</c:v>
                </c:pt>
                <c:pt idx="2">
                  <c:v>Lorem ipsum</c:v>
                </c:pt>
                <c:pt idx="3">
                  <c:v>Lorem ipsum</c:v>
                </c:pt>
                <c:pt idx="4">
                  <c:v>Lorem ipsum</c:v>
                </c:pt>
                <c:pt idx="5">
                  <c:v>Lorem ipsum</c:v>
                </c:pt>
                <c:pt idx="6">
                  <c:v>Lorem ipsum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6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4E79-46EC-ACD0-05064C0E4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9"/>
        <c:axId val="853237616"/>
        <c:axId val="774982448"/>
      </c:barChart>
      <c:valAx>
        <c:axId val="7749824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01B71"/>
                </a:solidFill>
                <a:latin typeface="Frutiger 55 Roman" pitchFamily="2" charset="0"/>
                <a:ea typeface="+mn-ea"/>
                <a:cs typeface="+mn-cs"/>
              </a:defRPr>
            </a:pPr>
            <a:endParaRPr lang="zh-CN"/>
          </a:p>
        </c:txPr>
        <c:crossAx val="853237616"/>
        <c:crosses val="autoZero"/>
        <c:crossBetween val="between"/>
      </c:valAx>
      <c:catAx>
        <c:axId val="85323761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01B71"/>
                </a:solidFill>
                <a:latin typeface="+mj-lt"/>
                <a:ea typeface="+mn-ea"/>
                <a:cs typeface="+mn-cs"/>
              </a:defRPr>
            </a:pPr>
            <a:endParaRPr lang="zh-CN"/>
          </a:p>
        </c:txPr>
        <c:crossAx val="774982448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egendEntry>
        <c:idx val="6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01B7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</c:legendEntry>
      <c:layout>
        <c:manualLayout>
          <c:xMode val="edge"/>
          <c:yMode val="edge"/>
          <c:x val="0.72396512040726835"/>
          <c:y val="9.6391868962480462E-2"/>
          <c:w val="0.2760348679438433"/>
          <c:h val="0.8092373063621798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rgbClr val="001B71"/>
              </a:solidFill>
              <a:latin typeface="Frutiger 55 Roman" pitchFamily="2" charset="0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9664FB5-82AF-48A4-80F1-9AEEE0DF4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F0742E-D5E1-4FF3-A442-958EA2A78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D066F8-4FE9-4315-A56E-3EA256F5907F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2F771-FAFF-4FF6-AE5C-96F43E8CB75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EB88F3-0CB9-4921-9214-BFA9C4B80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F73B9F-E786-4DE9-B054-AF2D3B6423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51152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AD6F77-CFCE-A445-8E2C-54D16F9EECC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42D00-D33B-6747-961F-9152114FB4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0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Cover 1">
    <p:bg>
      <p:bgPr>
        <a:solidFill>
          <a:srgbClr val="1C3D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401044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gradFill>
          <a:gsLst>
            <a:gs pos="12000">
              <a:srgbClr val="1C3D74"/>
            </a:gs>
            <a:gs pos="100000">
              <a:srgbClr val="2DB8C5"/>
            </a:gs>
          </a:gsLst>
          <a:lin ang="19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1280325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gradFill flip="none" rotWithShape="1">
          <a:gsLst>
            <a:gs pos="74000">
              <a:srgbClr val="10746A"/>
            </a:gs>
            <a:gs pos="18000">
              <a:srgbClr val="0096E3">
                <a:lumMod val="90000"/>
                <a:lumOff val="10000"/>
              </a:srgb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3193694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gradFill flip="none" rotWithShape="1">
          <a:gsLst>
            <a:gs pos="0">
              <a:srgbClr val="73B82B">
                <a:lumMod val="88000"/>
                <a:lumOff val="12000"/>
              </a:srgbClr>
            </a:gs>
            <a:gs pos="97312">
              <a:srgbClr val="10746A"/>
            </a:gs>
            <a:gs pos="59000">
              <a:srgbClr val="10746A">
                <a:lumMod val="94000"/>
                <a:lumOff val="6000"/>
              </a:srgbClr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1660772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gradFill>
          <a:gsLst>
            <a:gs pos="0">
              <a:srgbClr val="73B82B">
                <a:lumMod val="88000"/>
                <a:lumOff val="12000"/>
              </a:srgbClr>
            </a:gs>
            <a:gs pos="69000">
              <a:srgbClr val="2DB8C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141877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bg>
      <p:bgPr>
        <a:gradFill flip="none" rotWithShape="1">
          <a:gsLst>
            <a:gs pos="85484">
              <a:srgbClr val="8D3786"/>
            </a:gs>
            <a:gs pos="19000">
              <a:srgbClr val="EC00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1055588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bg>
      <p:bgPr>
        <a:gradFill flip="none" rotWithShape="1">
          <a:gsLst>
            <a:gs pos="3226">
              <a:srgbClr val="8D3786"/>
            </a:gs>
            <a:gs pos="35000">
              <a:srgbClr val="8D3786"/>
            </a:gs>
            <a:gs pos="100000">
              <a:srgbClr val="F18500"/>
            </a:gs>
          </a:gsLst>
          <a:lin ang="19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3599" y="1751595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 page – </a:t>
            </a:r>
            <a:br>
              <a:rPr lang="en-US" dirty="0"/>
            </a:br>
            <a:r>
              <a:rPr lang="en-US" dirty="0"/>
              <a:t>Arial Bold 40pt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943598" y="2973637"/>
            <a:ext cx="7870825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Insert sub-heading / date</a:t>
            </a:r>
          </a:p>
        </p:txBody>
      </p:sp>
    </p:spTree>
    <p:extLst>
      <p:ext uri="{BB962C8B-B14F-4D97-AF65-F5344CB8AC3E}">
        <p14:creationId xmlns:p14="http://schemas.microsoft.com/office/powerpoint/2010/main" val="3086862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F9F98BB-2095-434E-97D1-3636B7E756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867209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4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F9F98BB-2095-434E-97D1-3636B7E756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4277455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C7A6F9-784D-428C-B9C4-650A70FFC0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80865" y="1311275"/>
            <a:ext cx="4277455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</p:txBody>
      </p:sp>
    </p:spTree>
    <p:extLst>
      <p:ext uri="{BB962C8B-B14F-4D97-AF65-F5344CB8AC3E}">
        <p14:creationId xmlns:p14="http://schemas.microsoft.com/office/powerpoint/2010/main" val="3102203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6C74048-C75E-FD4A-A2F0-C36E16C2A34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679950" y="1311276"/>
            <a:ext cx="4186238" cy="2791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79950" y="4176072"/>
            <a:ext cx="4186238" cy="8795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0C9E275-0734-425E-938B-16131D4657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4385404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8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6C74048-C75E-FD4A-A2F0-C36E16C2A34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67512" y="1311276"/>
            <a:ext cx="2098675" cy="27737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67512" y="4176072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2840F-CF0A-4B0C-876C-214741C519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6447286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180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95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 3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67512" y="2874141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D51F31A-86D2-8C4F-A1A9-C88372B37B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7513" y="1311274"/>
            <a:ext cx="2098675" cy="124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67511" y="2607606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7513" y="4176072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39CEF63-09E5-47AB-B122-292E3DA726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6447286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049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E942392-5A1D-4B43-9FC3-CF83A59FC53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7513" y="1311275"/>
            <a:ext cx="2098675" cy="124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572001" y="1322602"/>
            <a:ext cx="2098675" cy="124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67511" y="2607606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7513" y="4176072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67512" y="2874141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1" y="2874141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999" y="2607606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9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999" y="4173000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5E523E2-4C7B-424A-8715-BA3BD5E8B9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4288564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93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572001" y="1322602"/>
            <a:ext cx="2098675" cy="124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1" y="2874141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999" y="2607606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999" y="4173000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767513" y="1322601"/>
            <a:ext cx="2098675" cy="27923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34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67512" y="4177950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16A11E-B4A5-4F26-9049-F166D72D62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4288564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923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ext + image + ca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572001" y="1322602"/>
            <a:ext cx="4305300" cy="1242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999" y="2607606"/>
            <a:ext cx="4305302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1" y="2874141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999" y="4173000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778626" y="2877213"/>
            <a:ext cx="2098675" cy="12407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78624" y="4176072"/>
            <a:ext cx="2098676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1A76B9A-C73D-41F4-848B-7B422BD254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4288564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5009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column text + image + ca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102847" y="1322601"/>
            <a:ext cx="2763341" cy="27923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02847" y="4177950"/>
            <a:ext cx="2763341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B742EC7-0905-4619-9932-945C15BD9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44721" y="1311275"/>
            <a:ext cx="285455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839734A-FE59-489D-8235-3CE5E3DE21E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6595" y="1311275"/>
            <a:ext cx="285455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197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column text +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496620" y="1309603"/>
            <a:ext cx="6380681" cy="28083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96620" y="4176072"/>
            <a:ext cx="6380680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7C490C0-3F42-428E-9663-C0315B61F1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212629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9450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hero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FA0FF9DD-FA38-C644-8804-531A719824B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87339" y="1322601"/>
            <a:ext cx="8578850" cy="27923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7339" y="4177950"/>
            <a:ext cx="8578850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</p:spTree>
    <p:extLst>
      <p:ext uri="{BB962C8B-B14F-4D97-AF65-F5344CB8AC3E}">
        <p14:creationId xmlns:p14="http://schemas.microsoft.com/office/powerpoint/2010/main" val="34615912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ro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EBDDE399-7978-8146-B813-A0B3CFED1CC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79400" y="250826"/>
            <a:ext cx="8597901" cy="386714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="0" i="0">
                <a:solidFill>
                  <a:schemeClr val="tx2"/>
                </a:solidFill>
                <a:latin typeface="4 Text" pitchFamily="2" charset="77"/>
              </a:defRPr>
            </a:lvl1pPr>
          </a:lstStyle>
          <a:p>
            <a:r>
              <a:rPr lang="en-US" dirty="0"/>
              <a:t>Drag and drop image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8558A91-5849-F74E-9FFB-8BB3E3F86F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7339" y="4177950"/>
            <a:ext cx="8578850" cy="8795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0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2pPr>
            <a:lvl3pPr marL="6858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3pPr>
            <a:lvl4pPr marL="10287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4pPr>
            <a:lvl5pPr marL="1371600" indent="0">
              <a:buNone/>
              <a:defRPr sz="1000">
                <a:solidFill>
                  <a:schemeClr val="accent5"/>
                </a:solidFill>
                <a:latin typeface="Channel 4 Chadwick" pitchFamily="2" charset="77"/>
              </a:defRPr>
            </a:lvl5pPr>
          </a:lstStyle>
          <a:p>
            <a:pPr lvl="0"/>
            <a:r>
              <a:rPr lang="en-US" dirty="0"/>
              <a:t>Click to edit caption: Arial Regular 10pt</a:t>
            </a:r>
          </a:p>
        </p:txBody>
      </p:sp>
    </p:spTree>
    <p:extLst>
      <p:ext uri="{BB962C8B-B14F-4D97-AF65-F5344CB8AC3E}">
        <p14:creationId xmlns:p14="http://schemas.microsoft.com/office/powerpoint/2010/main" val="24365865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D0557C50-0B31-9348-AF2A-301002B74889}"/>
              </a:ext>
            </a:extLst>
          </p:cNvPr>
          <p:cNvGrpSpPr/>
          <p:nvPr userDrawn="1"/>
        </p:nvGrpSpPr>
        <p:grpSpPr>
          <a:xfrm>
            <a:off x="203484" y="1234649"/>
            <a:ext cx="2219675" cy="1349665"/>
            <a:chOff x="1985262" y="1786188"/>
            <a:chExt cx="3594613" cy="25795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759468-3783-DD45-AC2F-7E3842278B7D}"/>
                </a:ext>
              </a:extLst>
            </p:cNvPr>
            <p:cNvSpPr txBox="1"/>
            <p:nvPr/>
          </p:nvSpPr>
          <p:spPr>
            <a:xfrm>
              <a:off x="2401825" y="1786188"/>
              <a:ext cx="2677754" cy="1470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2DB8C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19%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99D1F6-6F64-E045-A629-F16A8AF17DEB}"/>
                </a:ext>
              </a:extLst>
            </p:cNvPr>
            <p:cNvCxnSpPr/>
            <p:nvPr/>
          </p:nvCxnSpPr>
          <p:spPr>
            <a:xfrm flipV="1">
              <a:off x="2114979" y="3256871"/>
              <a:ext cx="3407805" cy="10321"/>
            </a:xfrm>
            <a:prstGeom prst="line">
              <a:avLst/>
            </a:prstGeom>
            <a:ln w="28575">
              <a:solidFill>
                <a:srgbClr val="2DB8C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9D3155A-02B7-9146-95B9-2D706BFA7810}"/>
                </a:ext>
              </a:extLst>
            </p:cNvPr>
            <p:cNvSpPr txBox="1"/>
            <p:nvPr/>
          </p:nvSpPr>
          <p:spPr>
            <a:xfrm>
              <a:off x="1985262" y="3500871"/>
              <a:ext cx="3594613" cy="8648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2DB8C5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  <a:p>
              <a:pPr algn="ctr"/>
              <a:r>
                <a:rPr lang="en-US" sz="1400" dirty="0">
                  <a:solidFill>
                    <a:srgbClr val="2DB8C5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0557C50-0B31-9348-AF2A-301002B74889}"/>
              </a:ext>
            </a:extLst>
          </p:cNvPr>
          <p:cNvGrpSpPr/>
          <p:nvPr userDrawn="1"/>
        </p:nvGrpSpPr>
        <p:grpSpPr>
          <a:xfrm>
            <a:off x="3299430" y="1210655"/>
            <a:ext cx="2156489" cy="1349665"/>
            <a:chOff x="1985262" y="1786188"/>
            <a:chExt cx="3594613" cy="25795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0759468-3783-DD45-AC2F-7E3842278B7D}"/>
                </a:ext>
              </a:extLst>
            </p:cNvPr>
            <p:cNvSpPr txBox="1"/>
            <p:nvPr/>
          </p:nvSpPr>
          <p:spPr>
            <a:xfrm>
              <a:off x="2401825" y="1786188"/>
              <a:ext cx="2677754" cy="1526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8D378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19%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499D1F6-6F64-E045-A629-F16A8AF17DEB}"/>
                </a:ext>
              </a:extLst>
            </p:cNvPr>
            <p:cNvCxnSpPr/>
            <p:nvPr/>
          </p:nvCxnSpPr>
          <p:spPr>
            <a:xfrm flipV="1">
              <a:off x="2114979" y="3256871"/>
              <a:ext cx="3407806" cy="10321"/>
            </a:xfrm>
            <a:prstGeom prst="line">
              <a:avLst/>
            </a:prstGeom>
            <a:ln w="28575">
              <a:solidFill>
                <a:srgbClr val="8D3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9D3155A-02B7-9146-95B9-2D706BFA7810}"/>
                </a:ext>
              </a:extLst>
            </p:cNvPr>
            <p:cNvSpPr txBox="1"/>
            <p:nvPr/>
          </p:nvSpPr>
          <p:spPr>
            <a:xfrm>
              <a:off x="1985262" y="3500872"/>
              <a:ext cx="3594613" cy="8648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8D3786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  <a:p>
              <a:pPr algn="ctr"/>
              <a:r>
                <a:rPr lang="en-US" sz="1400" dirty="0">
                  <a:solidFill>
                    <a:srgbClr val="8D3786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0557C50-0B31-9348-AF2A-301002B74889}"/>
              </a:ext>
            </a:extLst>
          </p:cNvPr>
          <p:cNvGrpSpPr/>
          <p:nvPr userDrawn="1"/>
        </p:nvGrpSpPr>
        <p:grpSpPr>
          <a:xfrm>
            <a:off x="6395376" y="1210655"/>
            <a:ext cx="2184743" cy="1349665"/>
            <a:chOff x="1985262" y="1786188"/>
            <a:chExt cx="3594613" cy="25795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0759468-3783-DD45-AC2F-7E3842278B7D}"/>
                </a:ext>
              </a:extLst>
            </p:cNvPr>
            <p:cNvSpPr txBox="1"/>
            <p:nvPr/>
          </p:nvSpPr>
          <p:spPr>
            <a:xfrm>
              <a:off x="2401825" y="1786188"/>
              <a:ext cx="2677754" cy="1526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10746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19%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499D1F6-6F64-E045-A629-F16A8AF17DEB}"/>
                </a:ext>
              </a:extLst>
            </p:cNvPr>
            <p:cNvCxnSpPr/>
            <p:nvPr/>
          </p:nvCxnSpPr>
          <p:spPr>
            <a:xfrm flipV="1">
              <a:off x="2114979" y="3256871"/>
              <a:ext cx="3407804" cy="10321"/>
            </a:xfrm>
            <a:prstGeom prst="line">
              <a:avLst/>
            </a:prstGeom>
            <a:ln w="28575">
              <a:solidFill>
                <a:srgbClr val="107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9D3155A-02B7-9146-95B9-2D706BFA7810}"/>
                </a:ext>
              </a:extLst>
            </p:cNvPr>
            <p:cNvSpPr txBox="1"/>
            <p:nvPr/>
          </p:nvSpPr>
          <p:spPr>
            <a:xfrm>
              <a:off x="1985262" y="3500872"/>
              <a:ext cx="3594613" cy="8648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10746A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  <a:p>
              <a:pPr algn="ctr"/>
              <a:r>
                <a:rPr lang="en-US" sz="1400" dirty="0">
                  <a:solidFill>
                    <a:srgbClr val="10746A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0557C50-0B31-9348-AF2A-301002B74889}"/>
              </a:ext>
            </a:extLst>
          </p:cNvPr>
          <p:cNvGrpSpPr/>
          <p:nvPr userDrawn="1"/>
        </p:nvGrpSpPr>
        <p:grpSpPr>
          <a:xfrm>
            <a:off x="1800890" y="2785639"/>
            <a:ext cx="2268189" cy="1349665"/>
            <a:chOff x="1985262" y="1786188"/>
            <a:chExt cx="3594613" cy="25795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0759468-3783-DD45-AC2F-7E3842278B7D}"/>
                </a:ext>
              </a:extLst>
            </p:cNvPr>
            <p:cNvSpPr txBox="1"/>
            <p:nvPr/>
          </p:nvSpPr>
          <p:spPr>
            <a:xfrm>
              <a:off x="2401825" y="1786188"/>
              <a:ext cx="2677754" cy="1470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F185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19%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499D1F6-6F64-E045-A629-F16A8AF17DEB}"/>
                </a:ext>
              </a:extLst>
            </p:cNvPr>
            <p:cNvCxnSpPr/>
            <p:nvPr/>
          </p:nvCxnSpPr>
          <p:spPr>
            <a:xfrm flipV="1">
              <a:off x="2114979" y="3256871"/>
              <a:ext cx="3407805" cy="10321"/>
            </a:xfrm>
            <a:prstGeom prst="line">
              <a:avLst/>
            </a:prstGeom>
            <a:ln w="28575">
              <a:solidFill>
                <a:srgbClr val="F185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9D3155A-02B7-9146-95B9-2D706BFA7810}"/>
                </a:ext>
              </a:extLst>
            </p:cNvPr>
            <p:cNvSpPr txBox="1"/>
            <p:nvPr/>
          </p:nvSpPr>
          <p:spPr>
            <a:xfrm>
              <a:off x="1985262" y="3500872"/>
              <a:ext cx="3594613" cy="8648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F18500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  <a:p>
              <a:pPr algn="ctr"/>
              <a:r>
                <a:rPr lang="en-US" sz="1400" dirty="0">
                  <a:solidFill>
                    <a:srgbClr val="F18500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0557C50-0B31-9348-AF2A-301002B74889}"/>
              </a:ext>
            </a:extLst>
          </p:cNvPr>
          <p:cNvGrpSpPr/>
          <p:nvPr userDrawn="1"/>
        </p:nvGrpSpPr>
        <p:grpSpPr>
          <a:xfrm>
            <a:off x="4949634" y="2785639"/>
            <a:ext cx="2289366" cy="1349665"/>
            <a:chOff x="1985262" y="1786188"/>
            <a:chExt cx="3594613" cy="25795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0759468-3783-DD45-AC2F-7E3842278B7D}"/>
                </a:ext>
              </a:extLst>
            </p:cNvPr>
            <p:cNvSpPr txBox="1"/>
            <p:nvPr/>
          </p:nvSpPr>
          <p:spPr>
            <a:xfrm>
              <a:off x="2401825" y="1786188"/>
              <a:ext cx="2677753" cy="1470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73B82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19%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499D1F6-6F64-E045-A629-F16A8AF17DEB}"/>
                </a:ext>
              </a:extLst>
            </p:cNvPr>
            <p:cNvCxnSpPr/>
            <p:nvPr/>
          </p:nvCxnSpPr>
          <p:spPr>
            <a:xfrm flipV="1">
              <a:off x="2114979" y="3271937"/>
              <a:ext cx="3407805" cy="10321"/>
            </a:xfrm>
            <a:prstGeom prst="line">
              <a:avLst/>
            </a:prstGeom>
            <a:ln w="28575">
              <a:solidFill>
                <a:srgbClr val="73B82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9D3155A-02B7-9146-95B9-2D706BFA7810}"/>
                </a:ext>
              </a:extLst>
            </p:cNvPr>
            <p:cNvSpPr txBox="1"/>
            <p:nvPr/>
          </p:nvSpPr>
          <p:spPr>
            <a:xfrm>
              <a:off x="1985262" y="3500872"/>
              <a:ext cx="3594613" cy="8648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73B82B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  <a:p>
              <a:pPr algn="ctr"/>
              <a:r>
                <a:rPr lang="en-US" sz="1400" dirty="0">
                  <a:solidFill>
                    <a:srgbClr val="73B82B"/>
                  </a:solidFill>
                  <a:latin typeface="Arial" panose="020B0604020202020204" pitchFamily="34" charset="0"/>
                  <a:ea typeface="Frutiger-Light" panose="02020603050405020304" pitchFamily="18" charset="77"/>
                  <a:cs typeface="Arial" panose="020B0604020202020204" pitchFamily="34" charset="0"/>
                </a:rPr>
                <a:t>Insert text Insert Text</a:t>
              </a:r>
            </a:p>
          </p:txBody>
        </p:sp>
      </p:grpSp>
      <p:sp>
        <p:nvSpPr>
          <p:cNvPr id="2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11096"/>
            <a:ext cx="8672097" cy="1171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</p:spTree>
    <p:extLst>
      <p:ext uri="{BB962C8B-B14F-4D97-AF65-F5344CB8AC3E}">
        <p14:creationId xmlns:p14="http://schemas.microsoft.com/office/powerpoint/2010/main" val="24768753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348A56A-D03E-7C4E-AE8E-F896E6A5A11B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463332"/>
              </p:ext>
            </p:extLst>
          </p:nvPr>
        </p:nvGraphicFramePr>
        <p:xfrm>
          <a:off x="2925649" y="1218723"/>
          <a:ext cx="4923808" cy="31491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91CD518-0B4F-4DDD-8245-74B5057E96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229662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38018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DE844C2-66A4-7347-BB76-EF1AA2EFEA89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544693725"/>
              </p:ext>
            </p:extLst>
          </p:nvPr>
        </p:nvGraphicFramePr>
        <p:xfrm>
          <a:off x="3380198" y="1259540"/>
          <a:ext cx="5003514" cy="32957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96BE319-1C15-41CC-A596-E46D2BF7CC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229662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8132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F8E69A5-8A32-3B48-8662-8A79DC2E092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268563056"/>
              </p:ext>
            </p:extLst>
          </p:nvPr>
        </p:nvGraphicFramePr>
        <p:xfrm>
          <a:off x="2586555" y="1209354"/>
          <a:ext cx="5804951" cy="3027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20285F8-6946-46F6-9325-70AD32F1D6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7" y="1311275"/>
            <a:ext cx="229662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  <a:p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>
              <a:defRPr/>
            </a:pPr>
            <a:r>
              <a:rPr lang="en-US" dirty="0"/>
              <a:t>Bullet points</a:t>
            </a:r>
          </a:p>
          <a:p>
            <a:pPr lvl="1">
              <a:buFont typeface="Arial" panose="020B0604020202020204" pitchFamily="34" charset="0"/>
              <a:buChar char="-"/>
              <a:defRPr/>
            </a:pPr>
            <a:r>
              <a:rPr lang="en-US" sz="1400" dirty="0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Sub-bullet point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8262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FD6674-8208-4117-92B8-8BA50FAB180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66213361"/>
              </p:ext>
            </p:extLst>
          </p:nvPr>
        </p:nvGraphicFramePr>
        <p:xfrm>
          <a:off x="287338" y="1689652"/>
          <a:ext cx="7137192" cy="1106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532">
                  <a:extLst>
                    <a:ext uri="{9D8B030D-6E8A-4147-A177-3AD203B41FA5}">
                      <a16:colId xmlns:a16="http://schemas.microsoft.com/office/drawing/2014/main" val="3822116847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1796008628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879958063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650332254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035283889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2593290401"/>
                    </a:ext>
                  </a:extLst>
                </a:gridCol>
              </a:tblGrid>
              <a:tr h="27658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+mj-lt"/>
                        </a:rPr>
                        <a:t>XXXXXXXXXXXXX</a:t>
                      </a: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</a:t>
                      </a:r>
                      <a:endParaRPr lang="en-US" sz="800" dirty="0"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180098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255196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887121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1B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3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99189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85AC98B-3184-4158-8DB1-FD0896BAEA5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48348035"/>
              </p:ext>
            </p:extLst>
          </p:nvPr>
        </p:nvGraphicFramePr>
        <p:xfrm>
          <a:off x="287338" y="3153802"/>
          <a:ext cx="7137192" cy="1106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532">
                  <a:extLst>
                    <a:ext uri="{9D8B030D-6E8A-4147-A177-3AD203B41FA5}">
                      <a16:colId xmlns:a16="http://schemas.microsoft.com/office/drawing/2014/main" val="3822116847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1796008628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879958063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650332254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3035283889"/>
                    </a:ext>
                  </a:extLst>
                </a:gridCol>
                <a:gridCol w="1189532">
                  <a:extLst>
                    <a:ext uri="{9D8B030D-6E8A-4147-A177-3AD203B41FA5}">
                      <a16:colId xmlns:a16="http://schemas.microsoft.com/office/drawing/2014/main" val="2593290401"/>
                    </a:ext>
                  </a:extLst>
                </a:gridCol>
              </a:tblGrid>
              <a:tr h="27658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+mj-lt"/>
                        </a:rPr>
                        <a:t>XXXXXXXXXXXXX</a:t>
                      </a: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</a:t>
                      </a:r>
                      <a:endParaRPr lang="en-US" sz="800" dirty="0"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XXXXXXXXXXXXX</a:t>
                      </a:r>
                      <a:endParaRPr kumimoji="0" lang="en-US" sz="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2707" marR="32707" marT="49061" marB="49061" anchor="ctr">
                    <a:lnL w="12700" cmpd="sng">
                      <a:noFill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B8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180098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255196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887121"/>
                  </a:ext>
                </a:extLst>
              </a:tr>
              <a:tr h="276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 err="1">
                          <a:solidFill>
                            <a:schemeClr val="tx1"/>
                          </a:solidFill>
                          <a:latin typeface="+mj-lt"/>
                        </a:rPr>
                        <a:t>xxxxxxxxxx</a:t>
                      </a:r>
                      <a:endParaRPr lang="en-US" sz="800" b="0" i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32707" marR="32707" marT="49061" marB="49061" anchor="ctr">
                    <a:lnL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B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991891"/>
                  </a:ext>
                </a:extLst>
              </a:tr>
            </a:tbl>
          </a:graphicData>
        </a:graphic>
      </p:graphicFrame>
      <p:sp>
        <p:nvSpPr>
          <p:cNvPr id="10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186596" y="262396"/>
            <a:ext cx="8672097" cy="10363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>
                <a:solidFill>
                  <a:srgbClr val="1C3D7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 (up to 2 lines) – </a:t>
            </a:r>
            <a:br>
              <a:rPr lang="en-US" dirty="0"/>
            </a:br>
            <a:r>
              <a:rPr lang="en-US" dirty="0"/>
              <a:t>Arial Bold 25pt 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ABA65EC-BE67-47F1-855B-E0BFD2EA8C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6596" y="1311275"/>
            <a:ext cx="8672097" cy="2952750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rgbClr val="1C3D74"/>
                </a:solidFill>
                <a:latin typeface="+mj-lt"/>
              </a:defRPr>
            </a:lvl1pPr>
            <a:lvl2pPr>
              <a:buFont typeface="Arial" panose="020B0604020202020204" pitchFamily="34" charset="0"/>
              <a:buChar char="-"/>
              <a:defRPr sz="1400">
                <a:solidFill>
                  <a:srgbClr val="1C3D74"/>
                </a:solidFill>
                <a:latin typeface="+mj-lt"/>
              </a:defRPr>
            </a:lvl2pPr>
            <a:lvl3pPr>
              <a:defRPr>
                <a:solidFill>
                  <a:srgbClr val="1C3D74"/>
                </a:solidFill>
                <a:latin typeface="+mj-lt"/>
              </a:defRPr>
            </a:lvl3pPr>
            <a:lvl4pPr>
              <a:defRPr>
                <a:solidFill>
                  <a:srgbClr val="1C3D74"/>
                </a:solidFill>
                <a:latin typeface="+mj-lt"/>
              </a:defRPr>
            </a:lvl4pPr>
            <a:lvl5pPr>
              <a:defRPr>
                <a:solidFill>
                  <a:srgbClr val="1C3D74"/>
                </a:solidFill>
                <a:latin typeface="+mj-lt"/>
              </a:defRPr>
            </a:lvl5pPr>
          </a:lstStyle>
          <a:p>
            <a:pPr marL="0" indent="0">
              <a:buNone/>
            </a:pPr>
            <a:r>
              <a:rPr lang="en-US" dirty="0"/>
              <a:t>Click to edit Master title style – Arial Regular 14pt</a:t>
            </a:r>
          </a:p>
        </p:txBody>
      </p:sp>
    </p:spTree>
    <p:extLst>
      <p:ext uri="{BB962C8B-B14F-4D97-AF65-F5344CB8AC3E}">
        <p14:creationId xmlns:p14="http://schemas.microsoft.com/office/powerpoint/2010/main" val="38335702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_Logo">
    <p:bg>
      <p:bgPr>
        <a:solidFill>
          <a:srgbClr val="1C3D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F016AB-50EC-D145-8FEE-4F74E8E3B1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26986" y="3228967"/>
            <a:ext cx="4335556" cy="11588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811C00-D549-464E-ADFA-3C1836754071}"/>
              </a:ext>
            </a:extLst>
          </p:cNvPr>
          <p:cNvSpPr txBox="1"/>
          <p:nvPr userDrawn="1"/>
        </p:nvSpPr>
        <p:spPr>
          <a:xfrm>
            <a:off x="3282511" y="1820461"/>
            <a:ext cx="2770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635927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d slide_Logo">
    <p:bg>
      <p:bgPr>
        <a:solidFill>
          <a:srgbClr val="1C3D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F016AB-50EC-D145-8FEE-4F74E8E3B1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26986" y="1954745"/>
            <a:ext cx="4335556" cy="1158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692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7.xml"/><Relationship Id="rId19" Type="http://schemas.openxmlformats.org/officeDocument/2006/relationships/image" Target="../media/image2.jpg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F016AB-50EC-D145-8FEE-4F74E8E3B1D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298188" y="373575"/>
            <a:ext cx="2489200" cy="6653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A670BE8-3C46-EF4F-BC90-6793A5222276}"/>
              </a:ext>
            </a:extLst>
          </p:cNvPr>
          <p:cNvCxnSpPr/>
          <p:nvPr userDrawn="1"/>
        </p:nvCxnSpPr>
        <p:spPr>
          <a:xfrm>
            <a:off x="298188" y="4830791"/>
            <a:ext cx="8568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6779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50" r:id="rId2"/>
    <p:sldLayoutId id="2147483765" r:id="rId3"/>
    <p:sldLayoutId id="2147483766" r:id="rId4"/>
    <p:sldLayoutId id="2147483767" r:id="rId5"/>
    <p:sldLayoutId id="2147483768" r:id="rId6"/>
    <p:sldLayoutId id="2147483769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158" userDrawn="1">
          <p15:clr>
            <a:srgbClr val="F26B43"/>
          </p15:clr>
        </p15:guide>
        <p15:guide id="3" pos="176" userDrawn="1">
          <p15:clr>
            <a:srgbClr val="F26B43"/>
          </p15:clr>
        </p15:guide>
        <p15:guide id="4" orient="horz" pos="2981" userDrawn="1">
          <p15:clr>
            <a:srgbClr val="F26B43"/>
          </p15:clr>
        </p15:guide>
        <p15:guide id="5" pos="5585" userDrawn="1">
          <p15:clr>
            <a:srgbClr val="F26B43"/>
          </p15:clr>
        </p15:guide>
        <p15:guide id="6" orient="horz" pos="1620" userDrawn="1">
          <p15:clr>
            <a:srgbClr val="F26B43"/>
          </p15:clr>
        </p15:guide>
        <p15:guide id="7" orient="horz" pos="554" userDrawn="1">
          <p15:clr>
            <a:srgbClr val="F26B43"/>
          </p15:clr>
        </p15:guide>
        <p15:guide id="8" orient="horz" pos="690" userDrawn="1">
          <p15:clr>
            <a:srgbClr val="F26B43"/>
          </p15:clr>
        </p15:guide>
        <p15:guide id="9" orient="horz" pos="826" userDrawn="1">
          <p15:clr>
            <a:srgbClr val="F26B43"/>
          </p15:clr>
        </p15:guide>
        <p15:guide id="10" pos="2812" userDrawn="1">
          <p15:clr>
            <a:srgbClr val="F26B43"/>
          </p15:clr>
        </p15:guide>
        <p15:guide id="11" pos="2948" userDrawn="1">
          <p15:clr>
            <a:srgbClr val="F26B43"/>
          </p15:clr>
        </p15:guide>
        <p15:guide id="12" pos="1474" userDrawn="1">
          <p15:clr>
            <a:srgbClr val="F26B43"/>
          </p15:clr>
        </p15:guide>
        <p15:guide id="13" pos="4263" userDrawn="1">
          <p15:clr>
            <a:srgbClr val="F26B43"/>
          </p15:clr>
        </p15:guide>
        <p15:guide id="14" orient="horz" pos="2822" userDrawn="1">
          <p15:clr>
            <a:srgbClr val="F26B43"/>
          </p15:clr>
        </p15:guide>
        <p15:guide id="15" orient="horz" pos="275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3B30F1-BEAB-1D48-98D9-E0838B9BE6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9"/>
          <a:srcRect t="86937"/>
          <a:stretch/>
        </p:blipFill>
        <p:spPr>
          <a:xfrm>
            <a:off x="0" y="4471626"/>
            <a:ext cx="9144000" cy="6718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74CA67-DD21-8043-AD24-58925882A109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298188" y="4539884"/>
            <a:ext cx="1760102" cy="47044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FACAD1-D0A6-9749-A5C6-07C38D8E6F7D}"/>
              </a:ext>
            </a:extLst>
          </p:cNvPr>
          <p:cNvSpPr txBox="1"/>
          <p:nvPr userDrawn="1"/>
        </p:nvSpPr>
        <p:spPr>
          <a:xfrm>
            <a:off x="7926850" y="4846638"/>
            <a:ext cx="93933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A98891B2-5225-5C40-A770-7C3A43B5E5B1}" type="slidenum">
              <a:rPr lang="en-US" sz="9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/>
              <a:t>‹#›</a:t>
            </a:fld>
            <a:endParaRPr lang="en-US" sz="9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695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5" r:id="rId1"/>
    <p:sldLayoutId id="2147483868" r:id="rId2"/>
    <p:sldLayoutId id="2147483869" r:id="rId3"/>
    <p:sldLayoutId id="2147483870" r:id="rId4"/>
    <p:sldLayoutId id="2147483871" r:id="rId5"/>
    <p:sldLayoutId id="2147483872" r:id="rId6"/>
    <p:sldLayoutId id="2147483873" r:id="rId7"/>
    <p:sldLayoutId id="2147483874" r:id="rId8"/>
    <p:sldLayoutId id="2147483875" r:id="rId9"/>
    <p:sldLayoutId id="2147483876" r:id="rId10"/>
    <p:sldLayoutId id="2147483877" r:id="rId11"/>
    <p:sldLayoutId id="2147483878" r:id="rId12"/>
    <p:sldLayoutId id="2147483879" r:id="rId13"/>
    <p:sldLayoutId id="2147483880" r:id="rId14"/>
    <p:sldLayoutId id="2147483881" r:id="rId15"/>
    <p:sldLayoutId id="2147483882" r:id="rId16"/>
    <p:sldLayoutId id="214748388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86">
          <p15:clr>
            <a:srgbClr val="F26B43"/>
          </p15:clr>
        </p15:guide>
        <p15:guide id="2" pos="18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46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8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438912" y="1056051"/>
            <a:ext cx="7870825" cy="820155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>
              <a:buNone/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sz="2500" b="1" dirty="0">
                <a:solidFill>
                  <a:srgbClr val="1B4A3A"/>
                </a:solidFill>
              </a:rPr>
              <a:t>Android Chinese Words Game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463040"/>
            <a:ext cx="1417320" cy="256032"/>
          </a:xfrm>
          <a:prstGeom prst="roundRect">
            <a:avLst/>
          </a:prstGeom>
          <a:solidFill>
            <a:srgbClr val="E8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472184"/>
            <a:ext cx="1417320" cy="18288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000" b="1" dirty="0">
                <a:solidFill>
                  <a:srgbClr val="689454"/>
                </a:solidFill>
              </a:rPr>
              <a:t>UNDERGRADUATE DEFENCE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995" y="2126061"/>
            <a:ext cx="4206240" cy="91440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2000" b="1" dirty="0">
                <a:solidFill>
                  <a:srgbClr val="282E2B"/>
                </a:solidFill>
              </a:rPr>
              <a:t>Design and Implementation of a Gamified Native Android App for Chinese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49039"/>
            <a:ext cx="3749039" cy="77724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913632"/>
            <a:ext cx="3474720" cy="41148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100" b="0" dirty="0">
                <a:solidFill>
                  <a:srgbClr val="1B4A3A"/>
                </a:solidFill>
              </a:rPr>
              <a:t>Liu Weiliang | BUPT 2022213200 / QMUL 221166552 | 20 April 2026</a:t>
            </a:r>
          </a:p>
        </p:txBody>
      </p:sp>
      <p:pic>
        <p:nvPicPr>
          <p:cNvPr id="14" name="Picture 13" descr="b6db589c-7942-45dd-b976-168c70c0582a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223" b="92090" l="5469" r="91016">
                        <a14:foregroundMark x1="33594" y1="82715" x2="40820" y2="84863"/>
                        <a14:foregroundMark x1="19336" y1="88477" x2="47754" y2="87207"/>
                        <a14:foregroundMark x1="91113" y1="79785" x2="83691" y2="88086"/>
                        <a14:foregroundMark x1="69238" y1="92090" x2="72852" y2="91699"/>
                        <a14:backgroundMark x1="5762" y1="391" x2="5957" y2="527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67528" y="1188720"/>
            <a:ext cx="3337560" cy="3337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0" y="4526280"/>
            <a:ext cx="2514600" cy="27432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1">
                <a:solidFill>
                  <a:srgbClr val="689454"/>
                </a:solidFill>
              </a:rPr>
              <a:t>Simple, visual, and learner-friendly</a:t>
            </a:r>
          </a:p>
        </p:txBody>
      </p:sp>
    </p:spTree>
    <p:extLst>
      <p:ext uri="{BB962C8B-B14F-4D97-AF65-F5344CB8AC3E}">
        <p14:creationId xmlns:p14="http://schemas.microsoft.com/office/powerpoint/2010/main" val="2143892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163097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Project Background and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886200" cy="150876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366674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Learning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3666744" cy="99669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dirty="0">
                <a:solidFill>
                  <a:srgbClr val="282E2B"/>
                </a:solidFill>
              </a:rPr>
              <a:t>Mobile learning supports short, repeatable practice outside the classroom.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dirty="0">
                <a:solidFill>
                  <a:srgbClr val="282E2B"/>
                </a:solidFill>
              </a:rPr>
              <a:t>Chinese learners must coordinate characters, pinyin, tones, and word order at the same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38862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816352"/>
            <a:ext cx="366674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Gap in Existing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82112"/>
            <a:ext cx="3666744" cy="99669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Many apps emphasise memorisation or display rather than active interaction and feedback.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Pronunciation and sentence-level practice are often weak or disconnected from vocabulary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17320"/>
            <a:ext cx="38404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1490472"/>
            <a:ext cx="362102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1856232"/>
            <a:ext cx="3621024" cy="163677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How can a native Android app use gamified interaction to improve vocabulary recognition, pronunciation training, and sentence understanding for beginner and intermediate Chinese learners?</a:t>
            </a:r>
          </a:p>
        </p:txBody>
      </p:sp>
      <p:pic>
        <p:nvPicPr>
          <p:cNvPr id="13" name="Picture 12" descr="8a7c0663-f7b2-4937-9eb5-b4aeb9d07c89_no_bg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715693" y="3771546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4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Aim, Objectives and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3794760" cy="310896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16152"/>
            <a:ext cx="357530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Project 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81912"/>
            <a:ext cx="3575304" cy="259689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Design and implement a native Android prototype for Chinese learning.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Support beginner and intermediate learners in a low-friction mobile setting.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Combine learning tasks with progress, scores, and motivation mechanics.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143000"/>
            <a:ext cx="393192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90288" y="1216152"/>
            <a:ext cx="371246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Main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581912"/>
            <a:ext cx="3712464" cy="259689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Three integrated mini-games in one coherent learning flow.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A practical Java/XML + SQLite architecture for an educational app.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JSON-based question bank expansion without changing the core gameplay logic.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A prototype route that connects UI, persistence, NLP support, and speech evaluation.</a:t>
            </a:r>
          </a:p>
        </p:txBody>
      </p:sp>
    </p:spTree>
    <p:extLst>
      <p:ext uri="{BB962C8B-B14F-4D97-AF65-F5344CB8AC3E}">
        <p14:creationId xmlns:p14="http://schemas.microsoft.com/office/powerpoint/2010/main" val="4142931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System Design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7863840" cy="347472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300" b="0" dirty="0">
                <a:solidFill>
                  <a:srgbClr val="606A64"/>
                </a:solidFill>
              </a:rPr>
              <a:t>The app turns a learning session into a simple closed loop from entry to feedback.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1874519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91639" cy="22860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500" b="1">
                <a:solidFill>
                  <a:srgbClr val="1B4A3A"/>
                </a:solidFill>
              </a:rPr>
              <a:t>1. Sign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75688"/>
            <a:ext cx="1655063" cy="402336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User login, profile, and personal progress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2" y="1691640"/>
            <a:ext cx="1874519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87752" y="1783080"/>
            <a:ext cx="1691639" cy="22860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500" b="1">
                <a:solidFill>
                  <a:srgbClr val="1B4A3A"/>
                </a:solidFill>
              </a:rPr>
              <a:t>2. Select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75688"/>
            <a:ext cx="1655063" cy="402336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Choose game type and difficulty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4" y="1691640"/>
            <a:ext cx="1874519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783080"/>
            <a:ext cx="1691639" cy="22860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500" b="1">
                <a:solidFill>
                  <a:srgbClr val="1B4A3A"/>
                </a:solidFill>
              </a:rPr>
              <a:t>3. Complete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075688"/>
            <a:ext cx="1655063" cy="402336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Play a 10-question training round.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1691640"/>
            <a:ext cx="1874519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74536" y="1783080"/>
            <a:ext cx="1691639" cy="22860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500" b="1">
                <a:solidFill>
                  <a:srgbClr val="1B4A3A"/>
                </a:solidFill>
              </a:rPr>
              <a:t>4. Get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2075688"/>
            <a:ext cx="1655063" cy="402336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Receive score, accuracy, and result details.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71800"/>
            <a:ext cx="24688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3044952"/>
            <a:ext cx="224942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Target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3410712"/>
            <a:ext cx="2249424" cy="8138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Beginner and intermediate Chinese learners.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Users who benefit from short, repeatable mobile practice.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2971800"/>
            <a:ext cx="2468880" cy="13258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64408" y="3044952"/>
            <a:ext cx="224942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Functional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4408" y="3410712"/>
            <a:ext cx="2249424" cy="8138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Account management, game flow, local records, and achievements.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Three game types with difficulty-based question selection.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2971800"/>
            <a:ext cx="24688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16168" y="3044952"/>
            <a:ext cx="224942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Non-Functional Goals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3410712"/>
            <a:ext cx="2249424" cy="8138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Maintainable structure, responsive UI, and practical offline persistence.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282E2B"/>
                </a:solidFill>
              </a:rPr>
              <a:t>A prototype suited to extension rather than full product launch.</a:t>
            </a:r>
          </a:p>
        </p:txBody>
      </p:sp>
    </p:spTree>
    <p:extLst>
      <p:ext uri="{BB962C8B-B14F-4D97-AF65-F5344CB8AC3E}">
        <p14:creationId xmlns:p14="http://schemas.microsoft.com/office/powerpoint/2010/main" val="4103447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Architecture and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749039" cy="320040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648" y="1216152"/>
            <a:ext cx="3529583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Architecture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81912"/>
            <a:ext cx="3529583" cy="268833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The project moved from an early Unity/C# idea to a native Android implementation.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Activity-based UI handles navigation, gameplay flow, and user interaction.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A shared GameActivity coordinates the three game modes and session state.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DAO-based persistence reduces SQL coupling inside interface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143000"/>
            <a:ext cx="37947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36008" y="1216152"/>
            <a:ext cx="357530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Technology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1581912"/>
            <a:ext cx="3575304" cy="268833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Java 11 + XML for Android application development.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SQLite with DaoFactory and DAO implementations for local storage.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HanLP and pinyin4j for Chinese text processing.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iFlyTek-related modules for pronunciation evaluation support.</a:t>
            </a:r>
          </a:p>
        </p:txBody>
      </p:sp>
    </p:spTree>
    <p:extLst>
      <p:ext uri="{BB962C8B-B14F-4D97-AF65-F5344CB8AC3E}">
        <p14:creationId xmlns:p14="http://schemas.microsoft.com/office/powerpoint/2010/main" val="4050194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195284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Core Learning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560320" cy="29260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1208" y="1307592"/>
            <a:ext cx="234086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Character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73352"/>
            <a:ext cx="2340864" cy="24140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Choose the correct Chinese word from pinyin-guided options.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Designed to strengthen the link between sound and written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34440"/>
            <a:ext cx="25603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55848" y="1307592"/>
            <a:ext cx="234086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Pronunciation 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673352"/>
            <a:ext cx="2340864" cy="24140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Speak the target word and receive score-oriented pronunciation feedback.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Turns oral practice into a repeatable game mechanic.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2240280" cy="29260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90488" y="1307592"/>
            <a:ext cx="202082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Word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673352"/>
            <a:ext cx="2020824" cy="24140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Reorder short sentences or fill blanks in longer ones.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>
                <a:solidFill>
                  <a:srgbClr val="282E2B"/>
                </a:solidFill>
              </a:rPr>
              <a:t>Uses segmented sentence data to support question generation.</a:t>
            </a:r>
          </a:p>
        </p:txBody>
      </p:sp>
    </p:spTree>
    <p:extLst>
      <p:ext uri="{BB962C8B-B14F-4D97-AF65-F5344CB8AC3E}">
        <p14:creationId xmlns:p14="http://schemas.microsoft.com/office/powerpoint/2010/main" val="3740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Data Model and Local Persistence</a:t>
            </a:r>
          </a:p>
        </p:txBody>
      </p:sp>
      <p:pic>
        <p:nvPicPr>
          <p:cNvPr id="4" name="Picture 3" descr="sqlite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15568"/>
            <a:ext cx="3711870" cy="3154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331720" cy="242316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53328" y="1600200"/>
            <a:ext cx="2011680" cy="27432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600" b="1">
                <a:solidFill>
                  <a:srgbClr val="1B4A3A"/>
                </a:solidFill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965960"/>
            <a:ext cx="1965960" cy="150876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200" b="0">
                <a:solidFill>
                  <a:srgbClr val="282E2B"/>
                </a:solidFill>
              </a:rPr>
              <a:t>The SQLite schema stores users, achievements, game scores, detailed question logs, sentences, segmented tokens, and question banks. JSON assets can be imported into the local database to expand content cleanly.</a:t>
            </a:r>
          </a:p>
        </p:txBody>
      </p:sp>
    </p:spTree>
    <p:extLst>
      <p:ext uri="{BB962C8B-B14F-4D97-AF65-F5344CB8AC3E}">
        <p14:creationId xmlns:p14="http://schemas.microsoft.com/office/powerpoint/2010/main" val="214287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Current Implementation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1783080" cy="8686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61872"/>
            <a:ext cx="1783080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2200" b="1">
                <a:solidFill>
                  <a:srgbClr val="689454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691640" cy="292608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game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188720"/>
            <a:ext cx="1783080" cy="8686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61872"/>
            <a:ext cx="1783080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2200" b="1">
                <a:solidFill>
                  <a:srgbClr val="689454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2"/>
            <a:ext cx="1691640" cy="292608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difficulty levels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188720"/>
            <a:ext cx="1783080" cy="8686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0600" y="1261872"/>
            <a:ext cx="1783080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2200" b="1">
                <a:solidFill>
                  <a:srgbClr val="689454"/>
                </a:solidFill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27632"/>
            <a:ext cx="1691640" cy="292608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100" b="0">
                <a:solidFill>
                  <a:srgbClr val="606A64"/>
                </a:solidFill>
              </a:rPr>
              <a:t>questions per session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470916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448970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What is already working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4489704" cy="1362455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Login, profile, game selection, and session-level game flow are implemented.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All three game branches write results into the local database.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Records, achievements, and progress data are already integrated into the prototype.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331720"/>
            <a:ext cx="2788920" cy="1874519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50408" y="2404872"/>
            <a:ext cx="256946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Engineering Strengths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0408" y="2770632"/>
            <a:ext cx="2569464" cy="1362455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Shared gameplay controller.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Expandable question-bank pipeline.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>
                <a:solidFill>
                  <a:srgbClr val="282E2B"/>
                </a:solidFill>
              </a:rPr>
              <a:t>Clear local persistence structure.</a:t>
            </a:r>
          </a:p>
        </p:txBody>
      </p:sp>
    </p:spTree>
    <p:extLst>
      <p:ext uri="{BB962C8B-B14F-4D97-AF65-F5344CB8AC3E}">
        <p14:creationId xmlns:p14="http://schemas.microsoft.com/office/powerpoint/2010/main" val="858217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195284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>
                <a:solidFill>
                  <a:srgbClr val="1B4A3A"/>
                </a:solidFill>
              </a:rPr>
              <a:t>Limitations and 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7947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3575304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3575304" cy="24140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Speech evaluation remains sensitive to pronunciation variation, background noise, and device conditions.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Formal usability testing and broader performance validation are still incomplete.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The interface is usable but not yet fully polished for final delivery quality.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188720"/>
            <a:ext cx="3749039" cy="2926080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81728" y="1261872"/>
            <a:ext cx="3529583" cy="3200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700" b="1">
                <a:solidFill>
                  <a:srgbClr val="1B4A3A"/>
                </a:solidFill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627632"/>
            <a:ext cx="3529583" cy="2414016"/>
          </a:xfrm>
          <a:prstGeom prst="rect">
            <a:avLst/>
          </a:prstGeom>
          <a:noFill/>
        </p:spPr>
        <p:txBody>
          <a:bodyPr wrap="square" lIns="50800" tIns="50800" rIns="50800" bIns="5080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Stabilise the pronunciation-evaluation workflow and improve error handling.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Expand the datasets and strengthen quality control for question generation.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>
                <a:solidFill>
                  <a:srgbClr val="282E2B"/>
                </a:solidFill>
              </a:rPr>
              <a:t>Add structured user evaluation, compatibility checks, and more refined visual feedback.</a:t>
            </a:r>
          </a:p>
        </p:txBody>
      </p:sp>
    </p:spTree>
    <p:extLst>
      <p:ext uri="{BB962C8B-B14F-4D97-AF65-F5344CB8AC3E}">
        <p14:creationId xmlns:p14="http://schemas.microsoft.com/office/powerpoint/2010/main" val="76368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E8EB0-BF83-4882-B4F4-5882631EFB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86596" y="262396"/>
            <a:ext cx="8672097" cy="617079"/>
          </a:xfrm>
        </p:spPr>
        <p:txBody>
          <a:bodyPr wrap="square" lIns="0" tIns="0" rIns="0" bIns="0"/>
          <a:lstStyle/>
          <a:p>
            <a:pPr algn="l"/>
            <a:r>
              <a:rPr sz="2400" b="1" dirty="0">
                <a:solidFill>
                  <a:srgbClr val="1B4A3A"/>
                </a:solidFill>
              </a:rPr>
              <a:t>Conclusion and Q&amp;A</a:t>
            </a:r>
          </a:p>
        </p:txBody>
      </p:sp>
      <p:pic>
        <p:nvPicPr>
          <p:cNvPr id="4" name="Picture 3" descr="8a7c0663-f7b2-4937-9eb5-b4aeb9d07c89_no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2011680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554480"/>
            <a:ext cx="4754880" cy="59436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2000" b="1">
                <a:solidFill>
                  <a:srgbClr val="1B4A3A"/>
                </a:solidFill>
              </a:rPr>
              <a:t>A feasible Android prototype for gamified Chinese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40280"/>
            <a:ext cx="4572000" cy="100584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400" b="0">
                <a:solidFill>
                  <a:srgbClr val="282E2B"/>
                </a:solidFill>
              </a:rPr>
              <a:t>The project integrates vocabulary recognition, pronunciation practice, sentence reconstruction, and local progress tracking in one coherent mobile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3520440"/>
            <a:ext cx="2468880" cy="658368"/>
          </a:xfrm>
          <a:prstGeom prst="roundRect">
            <a:avLst/>
          </a:prstGeom>
          <a:solidFill>
            <a:srgbClr val="F4F9F1"/>
          </a:solidFill>
          <a:ln>
            <a:solidFill>
              <a:srgbClr val="C9D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0" y="3675887"/>
            <a:ext cx="2468880" cy="27432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/>
            <a:r>
              <a:rPr sz="1400" b="1" dirty="0">
                <a:solidFill>
                  <a:srgbClr val="689454"/>
                </a:solidFill>
              </a:rPr>
              <a:t>Thank you. Questions are welcome.</a:t>
            </a:r>
          </a:p>
        </p:txBody>
      </p:sp>
    </p:spTree>
    <p:extLst>
      <p:ext uri="{BB962C8B-B14F-4D97-AF65-F5344CB8AC3E}">
        <p14:creationId xmlns:p14="http://schemas.microsoft.com/office/powerpoint/2010/main" val="3611639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hannel 4 1">
      <a:dk1>
        <a:srgbClr val="000000"/>
      </a:dk1>
      <a:lt1>
        <a:srgbClr val="FFFFFF"/>
      </a:lt1>
      <a:dk2>
        <a:srgbClr val="585858"/>
      </a:dk2>
      <a:lt2>
        <a:srgbClr val="FFFFFF"/>
      </a:lt2>
      <a:accent1>
        <a:srgbClr val="6D2B83"/>
      </a:accent1>
      <a:accent2>
        <a:srgbClr val="D0091D"/>
      </a:accent2>
      <a:accent3>
        <a:srgbClr val="FFD611"/>
      </a:accent3>
      <a:accent4>
        <a:srgbClr val="85B6E2"/>
      </a:accent4>
      <a:accent5>
        <a:srgbClr val="62CBC5"/>
      </a:accent5>
      <a:accent6>
        <a:srgbClr val="7F7878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Queen Mary">
      <a:dk1>
        <a:srgbClr val="21386A"/>
      </a:dk1>
      <a:lt1>
        <a:sysClr val="window" lastClr="FFFFFF"/>
      </a:lt1>
      <a:dk2>
        <a:srgbClr val="21386A"/>
      </a:dk2>
      <a:lt2>
        <a:srgbClr val="D8D8D8"/>
      </a:lt2>
      <a:accent1>
        <a:srgbClr val="123181"/>
      </a:accent1>
      <a:accent2>
        <a:srgbClr val="792273"/>
      </a:accent2>
      <a:accent3>
        <a:srgbClr val="2DB8C5"/>
      </a:accent3>
      <a:accent4>
        <a:srgbClr val="CDA60C"/>
      </a:accent4>
      <a:accent5>
        <a:srgbClr val="BD1C1C"/>
      </a:accent5>
      <a:accent6>
        <a:srgbClr val="73B82B"/>
      </a:accent6>
      <a:hlink>
        <a:srgbClr val="E6007E"/>
      </a:hlink>
      <a:folHlink>
        <a:srgbClr val="2DB8C5"/>
      </a:folHlink>
    </a:clrScheme>
    <a:fontScheme name="Queen Mar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QMUL Document" ma:contentTypeID="0x0101005EA864BF41DF8A41860E925F5B29BCF50094A7373CA6456D429183387012EA1D40" ma:contentTypeVersion="37" ma:contentTypeDescription="" ma:contentTypeScope="" ma:versionID="7fb4f2c95027bb3d324103db6c003302">
  <xsd:schema xmlns:xsd="http://www.w3.org/2001/XMLSchema" xmlns:xs="http://www.w3.org/2001/XMLSchema" xmlns:p="http://schemas.microsoft.com/office/2006/metadata/properties" xmlns:ns1="http://schemas.microsoft.com/sharepoint/v3" xmlns:ns2="d5efd484-15aa-41a0-83f6-0646502cb6d6" xmlns:ns3="45ae7f3d-bcd0-4e4b-af93-f03a9fbb19b5" xmlns:ns4="6649982f-b66b-4072-8006-4697fed55f9d" targetNamespace="http://schemas.microsoft.com/office/2006/metadata/properties" ma:root="true" ma:fieldsID="861fdbab753eeb4c6442fa8e72cde28f" ns1:_="" ns2:_="" ns3:_="" ns4:_="">
    <xsd:import namespace="http://schemas.microsoft.com/sharepoint/v3"/>
    <xsd:import namespace="d5efd484-15aa-41a0-83f6-0646502cb6d6"/>
    <xsd:import namespace="45ae7f3d-bcd0-4e4b-af93-f03a9fbb19b5"/>
    <xsd:import namespace="6649982f-b66b-4072-8006-4697fed55f9d"/>
    <xsd:element name="properties">
      <xsd:complexType>
        <xsd:sequence>
          <xsd:element name="documentManagement">
            <xsd:complexType>
              <xsd:all>
                <xsd:element ref="ns1:QMULDocumentStatusTaxHTField0" minOccurs="0"/>
                <xsd:element ref="ns1:QMULDepartmentTaxHTField0" minOccurs="0"/>
                <xsd:element ref="ns1:QMULSchoolTaxHTField0" minOccurs="0"/>
                <xsd:element ref="ns1:QMULDocumentTypeTaxHTField0" minOccurs="0"/>
                <xsd:element ref="ns1:QMULLocationTaxHTField0" minOccurs="0"/>
                <xsd:element ref="ns1:QMULInformationClassificationTaxHTField0" minOccurs="0"/>
                <xsd:element ref="ns1:QMULAcademicYear" minOccurs="0"/>
                <xsd:element ref="ns1:QMULProject" minOccurs="0"/>
                <xsd:element ref="ns1:QMULReviewDate" minOccurs="0"/>
                <xsd:element ref="ns1:QMULOwner" minOccurs="0"/>
                <xsd:element ref="ns2:TaxKeywordTaxHTField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4:SharedWithUsers" minOccurs="0"/>
                <xsd:element ref="ns4:SharedWithDetails" minOccurs="0"/>
                <xsd:element ref="ns3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QMULDocumentStatusTaxHTField0" ma:index="8" nillable="true" ma:taxonomy="true" ma:internalName="QMULDocumentStatusTaxHTField0" ma:taxonomyFieldName="QMULDocumentStatus" ma:displayName="Document Status" ma:default="" ma:fieldId="{083bdfb7-9f4e-4bc9-b582-62ed6b950f9e}" ma:sspId="9c18f9b8-5ae4-4f0b-a238-a922c51e2dda" ma:termSetId="780aba48-6c17-4ca0-84b9-f0207a09563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DepartmentTaxHTField0" ma:index="10" nillable="true" ma:taxonomy="true" ma:internalName="QMULDepartmentTaxHTField0" ma:taxonomyFieldName="QMULDepartment" ma:displayName="Department" ma:readOnly="false" ma:default="" ma:fieldId="{2a7d89f9-5f8e-4c42-ab4f-aa1fc3002ea0}" ma:sspId="9c18f9b8-5ae4-4f0b-a238-a922c51e2dda" ma:termSetId="28874c57-2df5-45e8-a804-d15afc96d4ee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SchoolTaxHTField0" ma:index="12" nillable="true" ma:taxonomy="true" ma:internalName="QMULSchoolTaxHTField0" ma:taxonomyFieldName="QMULSchool" ma:displayName="School" ma:readOnly="false" ma:default="" ma:fieldId="{46346f8e-3161-4021-8b14-3dcca2e3ca8d}" ma:sspId="9c18f9b8-5ae4-4f0b-a238-a922c51e2dda" ma:termSetId="0f9f7e9f-7d6b-4cae-9193-a3e3200f87de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DocumentTypeTaxHTField0" ma:index="14" nillable="true" ma:taxonomy="true" ma:internalName="QMULDocumentTypeTaxHTField0" ma:taxonomyFieldName="QMULDocumentType" ma:displayName="Document Type" ma:default="" ma:fieldId="{2596c3af-0d77-4ea4-a15d-d3f71457b096}" ma:sspId="9c18f9b8-5ae4-4f0b-a238-a922c51e2dda" ma:termSetId="8ec3f1bd-c4f8-46a7-ae88-878ed3be39d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LocationTaxHTField0" ma:index="16" nillable="true" ma:taxonomy="true" ma:internalName="QMULLocationTaxHTField0" ma:taxonomyFieldName="QMULLocation" ma:displayName="Location" ma:default="" ma:fieldId="{29b985f4-a05e-4f39-b5da-e9fb81ddaa79}" ma:sspId="9c18f9b8-5ae4-4f0b-a238-a922c51e2dda" ma:termSetId="5327f1c4-618f-4317-b197-fc29da39fa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InformationClassificationTaxHTField0" ma:index="18" nillable="true" ma:taxonomy="true" ma:internalName="QMULInformationClassificationTaxHTField0" ma:taxonomyFieldName="QMULInformationClassification" ma:displayName="Information Classification" ma:default="1;#Protect|9124d8d9-0c1c-41e9-aa14-aba001e9a028" ma:fieldId="{57b3469a-2ea1-4a06-a2d1-c99ce62a5d6f}" ma:sspId="9c18f9b8-5ae4-4f0b-a238-a922c51e2dda" ma:termSetId="a3d7b326-4e5e-4e73-95fa-6245adfab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QMULAcademicYear" ma:index="20" nillable="true" ma:displayName="Academic Year" ma:decimals="0" ma:internalName="QMULAcademicYear" ma:percentage="FALSE">
      <xsd:simpleType>
        <xsd:restriction base="dms:Number">
          <xsd:maxInclusive value="9999"/>
          <xsd:minInclusive value="1000"/>
        </xsd:restriction>
      </xsd:simpleType>
    </xsd:element>
    <xsd:element name="QMULProject" ma:index="21" nillable="true" ma:displayName="Project" ma:internalName="QMULProject">
      <xsd:simpleType>
        <xsd:restriction base="dms:Text">
          <xsd:maxLength value="255"/>
        </xsd:restriction>
      </xsd:simpleType>
    </xsd:element>
    <xsd:element name="QMULReviewDate" ma:index="22" nillable="true" ma:displayName="Review Date" ma:format="DateOnly" ma:internalName="QMULReviewDate">
      <xsd:simpleType>
        <xsd:restriction base="dms:DateTime"/>
      </xsd:simpleType>
    </xsd:element>
    <xsd:element name="QMULOwner" ma:index="23" nillable="true" ma:displayName="Owner" ma:list="UserInfo" ma:SharePointGroup="0" ma:internalName="QMULOwn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efd484-15aa-41a0-83f6-0646502cb6d6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24" nillable="true" ma:taxonomy="true" ma:internalName="TaxKeywordTaxHTField" ma:taxonomyFieldName="TaxKeyword" ma:displayName="Enterprise Keywords" ma:fieldId="{23f27201-bee3-471e-b2e7-b64fd8b7ca38}" ma:taxonomyMulti="true" ma:sspId="9c18f9b8-5ae4-4f0b-a238-a922c51e2dda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26" nillable="true" ma:displayName="Taxonomy Catch All Column" ma:hidden="true" ma:list="{1f6a6b9b-da54-415f-937e-8ec3b13cefdb}" ma:internalName="TaxCatchAll" ma:showField="CatchAllData" ma:web="6649982f-b66b-4072-8006-4697fed55f9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7" nillable="true" ma:displayName="Taxonomy Catch All Column1" ma:hidden="true" ma:list="{1f6a6b9b-da54-415f-937e-8ec3b13cefdb}" ma:internalName="TaxCatchAllLabel" ma:readOnly="true" ma:showField="CatchAllDataLabel" ma:web="6649982f-b66b-4072-8006-4697fed55f9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ae7f3d-bcd0-4e4b-af93-f03a9fbb19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3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1" nillable="true" ma:displayName="Tags" ma:internalName="MediaServiceAutoTags" ma:readOnly="true">
      <xsd:simpleType>
        <xsd:restriction base="dms:Text"/>
      </xsd:simpleType>
    </xsd:element>
    <xsd:element name="MediaServiceOCR" ma:index="3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3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37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41" nillable="true" ma:taxonomy="true" ma:internalName="lcf76f155ced4ddcb4097134ff3c332f" ma:taxonomyFieldName="MediaServiceImageTags" ma:displayName="Image Tags" ma:readOnly="false" ma:fieldId="{5cf76f15-5ced-4ddc-b409-7134ff3c332f}" ma:taxonomyMulti="true" ma:sspId="9c18f9b8-5ae4-4f0b-a238-a922c51e2dd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49982f-b66b-4072-8006-4697fed55f9d" elementFormDefault="qualified">
    <xsd:import namespace="http://schemas.microsoft.com/office/2006/documentManagement/types"/>
    <xsd:import namespace="http://schemas.microsoft.com/office/infopath/2007/PartnerControls"/>
    <xsd:element name="SharedWithUsers" ma:index="3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haredContentType xmlns="Microsoft.SharePoint.Taxonomy.ContentTypeSync" SourceId="9c18f9b8-5ae4-4f0b-a238-a922c51e2dda" ContentTypeId="0x0101005EA864BF41DF8A41860E925F5B29BCF5" PreviousValue="false"/>
</file>

<file path=customXml/itemProps1.xml><?xml version="1.0" encoding="utf-8"?>
<ds:datastoreItem xmlns:ds="http://schemas.openxmlformats.org/officeDocument/2006/customXml" ds:itemID="{C9F88211-CC1C-4F88-863B-51933ACF2E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5efd484-15aa-41a0-83f6-0646502cb6d6"/>
    <ds:schemaRef ds:uri="45ae7f3d-bcd0-4e4b-af93-f03a9fbb19b5"/>
    <ds:schemaRef ds:uri="6649982f-b66b-4072-8006-4697fed55f9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D383BC-4600-4FB3-BB1E-D462881A88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63176E-1483-4C15-BD4B-1EE4D79BE256}">
  <ds:schemaRefs>
    <ds:schemaRef ds:uri="Microsoft.SharePoint.Taxonomy.ContentTypeSyn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755</Words>
  <Application>Microsoft Office PowerPoint</Application>
  <PresentationFormat>全屏显示(16:9)</PresentationFormat>
  <Paragraphs>95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4 Text</vt:lpstr>
      <vt:lpstr>Channel 4 Chadwick</vt:lpstr>
      <vt:lpstr>Arial</vt:lpstr>
      <vt:lpstr>Calibri</vt:lpstr>
      <vt:lpstr>Office Theme</vt:lpstr>
      <vt:lpstr>1_Custom Design</vt:lpstr>
      <vt:lpstr>2_Custom Design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 J</dc:creator>
  <cp:lastModifiedBy>Weiliang Liu</cp:lastModifiedBy>
  <cp:revision>88</cp:revision>
  <dcterms:created xsi:type="dcterms:W3CDTF">2020-06-18T12:08:25Z</dcterms:created>
  <dcterms:modified xsi:type="dcterms:W3CDTF">2026-04-19T19:08:55Z</dcterms:modified>
</cp:coreProperties>
</file>